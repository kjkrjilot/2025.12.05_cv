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1219200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55"/>
    <p:restoredTop sz="94660"/>
  </p:normalViewPr>
  <p:slideViewPr>
    <p:cSldViewPr snapToGrid="0">
      <p:cViewPr varScale="1">
        <p:scale>
          <a:sx n="107" d="100"/>
          <a:sy n="107" d="100"/>
        </p:scale>
        <p:origin x="168" y="1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89241"/>
            <a:ext cx="9144000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91070"/>
            <a:ext cx="9144000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6A33-2FB7-FB4B-9180-360405C97D19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0980-9EF6-5C4C-8AE5-577A25D852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89335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6A33-2FB7-FB4B-9180-360405C97D19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0980-9EF6-5C4C-8AE5-577A25D852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0542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897613"/>
            <a:ext cx="10515600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409468"/>
            <a:ext cx="10515600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6A33-2FB7-FB4B-9180-360405C97D19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0980-9EF6-5C4C-8AE5-577A25D852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88045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958453"/>
            <a:ext cx="5181600" cy="228445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958453"/>
            <a:ext cx="5181600" cy="228445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6A33-2FB7-FB4B-9180-360405C97D19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0980-9EF6-5C4C-8AE5-577A25D852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91691"/>
            <a:ext cx="10515600" cy="69592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882610"/>
            <a:ext cx="515778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315164"/>
            <a:ext cx="5157787" cy="193440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882610"/>
            <a:ext cx="518318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315164"/>
            <a:ext cx="5183188" cy="193440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6A33-2FB7-FB4B-9180-360405C97D19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0980-9EF6-5C4C-8AE5-577A25D852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84848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6A33-2FB7-FB4B-9180-360405C97D19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0980-9EF6-5C4C-8AE5-577A25D852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80311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6A33-2FB7-FB4B-9180-360405C97D19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0980-9EF6-5C4C-8AE5-577A25D852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6165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40030"/>
            <a:ext cx="3932237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518398"/>
            <a:ext cx="6172200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080135"/>
            <a:ext cx="3932237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6A33-2FB7-FB4B-9180-360405C97D19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0980-9EF6-5C4C-8AE5-577A25D852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8871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40030"/>
            <a:ext cx="3932237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518398"/>
            <a:ext cx="6172200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080135"/>
            <a:ext cx="3932237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6A33-2FB7-FB4B-9180-360405C97D19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0980-9EF6-5C4C-8AE5-577A25D852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4458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6A33-2FB7-FB4B-9180-360405C97D19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0980-9EF6-5C4C-8AE5-577A25D852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3112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91691"/>
            <a:ext cx="2628900" cy="305121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1691"/>
            <a:ext cx="7734300" cy="305121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6A33-2FB7-FB4B-9180-360405C97D19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0980-9EF6-5C4C-8AE5-577A25D852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96400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91691"/>
            <a:ext cx="10515600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58453"/>
            <a:ext cx="10515600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3337084"/>
            <a:ext cx="27432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46A33-2FB7-FB4B-9180-360405C97D19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3337084"/>
            <a:ext cx="41148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3337084"/>
            <a:ext cx="27432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70980-9EF6-5C4C-8AE5-577A25D852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7458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80060" rtl="0" eaLnBrk="1" latinLnBrk="1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1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1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1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1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1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1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1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1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1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1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1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1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1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1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1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1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1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2BB6F0E6-B853-D91C-7038-0DA3BF0E89A0}"/>
              </a:ext>
            </a:extLst>
          </p:cNvPr>
          <p:cNvGrpSpPr/>
          <p:nvPr/>
        </p:nvGrpSpPr>
        <p:grpSpPr>
          <a:xfrm>
            <a:off x="0" y="274810"/>
            <a:ext cx="12192000" cy="3081606"/>
            <a:chOff x="906368" y="1382167"/>
            <a:chExt cx="10227379" cy="258503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0AC5A74-0E1B-5D38-9BA3-56EEAFA0D379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1926" y="1382167"/>
              <a:ext cx="3187270" cy="2161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7DE2780-F2AD-1D52-78E6-8B4C0482C514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6368" y="1382429"/>
              <a:ext cx="3228042" cy="21603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98C8B48-DB54-CBA5-DBA9-FD441D575DB5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039737" y="1442315"/>
              <a:ext cx="3094010" cy="20400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1A8A6A4-0220-C09A-A18D-B151D8FC9E77}"/>
                </a:ext>
              </a:extLst>
            </p:cNvPr>
            <p:cNvSpPr txBox="1"/>
            <p:nvPr/>
          </p:nvSpPr>
          <p:spPr>
            <a:xfrm>
              <a:off x="2299723" y="3579930"/>
              <a:ext cx="441329" cy="38727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en-US" altLang="ko-K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kumimoji="1"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82A8685-7763-85A8-08C2-E438C43A599F}"/>
                </a:ext>
              </a:extLst>
            </p:cNvPr>
            <p:cNvSpPr txBox="1"/>
            <p:nvPr/>
          </p:nvSpPr>
          <p:spPr>
            <a:xfrm>
              <a:off x="5825502" y="3579932"/>
              <a:ext cx="456122" cy="38727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en-US" altLang="ko-K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kumimoji="1"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DFA4E80-46CB-B6AA-6632-04313B120136}"/>
                </a:ext>
              </a:extLst>
            </p:cNvPr>
            <p:cNvSpPr txBox="1"/>
            <p:nvPr/>
          </p:nvSpPr>
          <p:spPr>
            <a:xfrm>
              <a:off x="9366076" y="3579931"/>
              <a:ext cx="441329" cy="38727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en-US" altLang="ko-K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kumimoji="1"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0010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9</Words>
  <Application>Microsoft Macintosh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조준희(전자전기공학과)</dc:creator>
  <cp:lastModifiedBy>조준희(전자전기공학과)</cp:lastModifiedBy>
  <cp:revision>4</cp:revision>
  <dcterms:created xsi:type="dcterms:W3CDTF">2026-01-30T05:29:11Z</dcterms:created>
  <dcterms:modified xsi:type="dcterms:W3CDTF">2026-01-30T05:32:17Z</dcterms:modified>
</cp:coreProperties>
</file>