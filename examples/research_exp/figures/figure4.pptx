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9" r:id="rId2"/>
  </p:sldIdLst>
  <p:sldSz cx="18000663" cy="180006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480"/>
    <p:restoredTop sz="94726"/>
  </p:normalViewPr>
  <p:slideViewPr>
    <p:cSldViewPr snapToGrid="0">
      <p:cViewPr varScale="1">
        <p:scale>
          <a:sx n="40" d="100"/>
          <a:sy n="40" d="100"/>
        </p:scale>
        <p:origin x="2040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0050" y="2945943"/>
            <a:ext cx="15300564" cy="6266897"/>
          </a:xfrm>
        </p:spPr>
        <p:txBody>
          <a:bodyPr anchor="b"/>
          <a:lstStyle>
            <a:lvl1pPr algn="ctr">
              <a:defRPr sz="1181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9454516"/>
            <a:ext cx="13500497" cy="4345992"/>
          </a:xfrm>
        </p:spPr>
        <p:txBody>
          <a:bodyPr/>
          <a:lstStyle>
            <a:lvl1pPr marL="0" indent="0" algn="ctr">
              <a:buNone/>
              <a:defRPr sz="4725"/>
            </a:lvl1pPr>
            <a:lvl2pPr marL="900044" indent="0" algn="ctr">
              <a:buNone/>
              <a:defRPr sz="3937"/>
            </a:lvl2pPr>
            <a:lvl3pPr marL="1800088" indent="0" algn="ctr">
              <a:buNone/>
              <a:defRPr sz="3543"/>
            </a:lvl3pPr>
            <a:lvl4pPr marL="2700132" indent="0" algn="ctr">
              <a:buNone/>
              <a:defRPr sz="3150"/>
            </a:lvl4pPr>
            <a:lvl5pPr marL="3600176" indent="0" algn="ctr">
              <a:buNone/>
              <a:defRPr sz="3150"/>
            </a:lvl5pPr>
            <a:lvl6pPr marL="4500220" indent="0" algn="ctr">
              <a:buNone/>
              <a:defRPr sz="3150"/>
            </a:lvl6pPr>
            <a:lvl7pPr marL="5400264" indent="0" algn="ctr">
              <a:buNone/>
              <a:defRPr sz="3150"/>
            </a:lvl7pPr>
            <a:lvl8pPr marL="6300307" indent="0" algn="ctr">
              <a:buNone/>
              <a:defRPr sz="3150"/>
            </a:lvl8pPr>
            <a:lvl9pPr marL="7200351" indent="0" algn="ctr">
              <a:buNone/>
              <a:defRPr sz="315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5C1A-8C51-424B-AD9B-819FB8B72129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FA75-64C4-214D-9D3F-6A3034B5DA8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3637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5C1A-8C51-424B-AD9B-819FB8B72129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FA75-64C4-214D-9D3F-6A3034B5DA8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8874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1" y="4487671"/>
            <a:ext cx="15525572" cy="7487774"/>
          </a:xfrm>
        </p:spPr>
        <p:txBody>
          <a:bodyPr anchor="b"/>
          <a:lstStyle>
            <a:lvl1pPr>
              <a:defRPr sz="1181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1" y="12046282"/>
            <a:ext cx="15525572" cy="3937644"/>
          </a:xfrm>
        </p:spPr>
        <p:txBody>
          <a:bodyPr/>
          <a:lstStyle>
            <a:lvl1pPr marL="0" indent="0">
              <a:buNone/>
              <a:defRPr sz="4725">
                <a:solidFill>
                  <a:schemeClr val="tx1">
                    <a:tint val="82000"/>
                  </a:schemeClr>
                </a:solidFill>
              </a:defRPr>
            </a:lvl1pPr>
            <a:lvl2pPr marL="900044" indent="0">
              <a:buNone/>
              <a:defRPr sz="3937">
                <a:solidFill>
                  <a:schemeClr val="tx1">
                    <a:tint val="82000"/>
                  </a:schemeClr>
                </a:solidFill>
              </a:defRPr>
            </a:lvl2pPr>
            <a:lvl3pPr marL="1800088" indent="0">
              <a:buNone/>
              <a:defRPr sz="3543">
                <a:solidFill>
                  <a:schemeClr val="tx1">
                    <a:tint val="82000"/>
                  </a:schemeClr>
                </a:solidFill>
              </a:defRPr>
            </a:lvl3pPr>
            <a:lvl4pPr marL="2700132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4pPr>
            <a:lvl5pPr marL="3600176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5pPr>
            <a:lvl6pPr marL="4500220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6pPr>
            <a:lvl7pPr marL="5400264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7pPr>
            <a:lvl8pPr marL="6300307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8pPr>
            <a:lvl9pPr marL="7200351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5C1A-8C51-424B-AD9B-819FB8B72129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FA75-64C4-214D-9D3F-6A3034B5DA8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93621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4791843"/>
            <a:ext cx="7650282" cy="114212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4791843"/>
            <a:ext cx="7650282" cy="114212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5C1A-8C51-424B-AD9B-819FB8B72129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FA75-64C4-214D-9D3F-6A3034B5DA8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51500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958373"/>
            <a:ext cx="15525572" cy="347929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2" y="4412664"/>
            <a:ext cx="7615123" cy="2162578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2" y="6575242"/>
            <a:ext cx="7615123" cy="967119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7" y="4412664"/>
            <a:ext cx="7652626" cy="2162578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7" y="6575242"/>
            <a:ext cx="7652626" cy="967119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5C1A-8C51-424B-AD9B-819FB8B72129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FA75-64C4-214D-9D3F-6A3034B5DA8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95772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5C1A-8C51-424B-AD9B-819FB8B72129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FA75-64C4-214D-9D3F-6A3034B5DA8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92449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5C1A-8C51-424B-AD9B-819FB8B72129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FA75-64C4-214D-9D3F-6A3034B5DA8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02318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200044"/>
            <a:ext cx="5805682" cy="4200155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2591766"/>
            <a:ext cx="9112836" cy="12792138"/>
          </a:xfrm>
        </p:spPr>
        <p:txBody>
          <a:bodyPr/>
          <a:lstStyle>
            <a:lvl1pPr>
              <a:defRPr sz="6300"/>
            </a:lvl1pPr>
            <a:lvl2pPr>
              <a:defRPr sz="5512"/>
            </a:lvl2pPr>
            <a:lvl3pPr>
              <a:defRPr sz="4725"/>
            </a:lvl3pPr>
            <a:lvl4pPr>
              <a:defRPr sz="3937"/>
            </a:lvl4pPr>
            <a:lvl5pPr>
              <a:defRPr sz="3937"/>
            </a:lvl5pPr>
            <a:lvl6pPr>
              <a:defRPr sz="3937"/>
            </a:lvl6pPr>
            <a:lvl7pPr>
              <a:defRPr sz="3937"/>
            </a:lvl7pPr>
            <a:lvl8pPr>
              <a:defRPr sz="3937"/>
            </a:lvl8pPr>
            <a:lvl9pPr>
              <a:defRPr sz="393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5400199"/>
            <a:ext cx="5805682" cy="10004536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5C1A-8C51-424B-AD9B-819FB8B72129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FA75-64C4-214D-9D3F-6A3034B5DA8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53095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200044"/>
            <a:ext cx="5805682" cy="4200155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2591766"/>
            <a:ext cx="9112836" cy="12792138"/>
          </a:xfrm>
        </p:spPr>
        <p:txBody>
          <a:bodyPr anchor="t"/>
          <a:lstStyle>
            <a:lvl1pPr marL="0" indent="0">
              <a:buNone/>
              <a:defRPr sz="6300"/>
            </a:lvl1pPr>
            <a:lvl2pPr marL="900044" indent="0">
              <a:buNone/>
              <a:defRPr sz="5512"/>
            </a:lvl2pPr>
            <a:lvl3pPr marL="1800088" indent="0">
              <a:buNone/>
              <a:defRPr sz="4725"/>
            </a:lvl3pPr>
            <a:lvl4pPr marL="2700132" indent="0">
              <a:buNone/>
              <a:defRPr sz="3937"/>
            </a:lvl4pPr>
            <a:lvl5pPr marL="3600176" indent="0">
              <a:buNone/>
              <a:defRPr sz="3937"/>
            </a:lvl5pPr>
            <a:lvl6pPr marL="4500220" indent="0">
              <a:buNone/>
              <a:defRPr sz="3937"/>
            </a:lvl6pPr>
            <a:lvl7pPr marL="5400264" indent="0">
              <a:buNone/>
              <a:defRPr sz="3937"/>
            </a:lvl7pPr>
            <a:lvl8pPr marL="6300307" indent="0">
              <a:buNone/>
              <a:defRPr sz="3937"/>
            </a:lvl8pPr>
            <a:lvl9pPr marL="7200351" indent="0">
              <a:buNone/>
              <a:defRPr sz="393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5400199"/>
            <a:ext cx="5805682" cy="10004536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5C1A-8C51-424B-AD9B-819FB8B72129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FA75-64C4-214D-9D3F-6A3034B5DA8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84666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5C1A-8C51-424B-AD9B-819FB8B72129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FA75-64C4-214D-9D3F-6A3034B5DA8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12633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5" y="958369"/>
            <a:ext cx="3881393" cy="1525473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6" y="958369"/>
            <a:ext cx="11419171" cy="1525473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5C1A-8C51-424B-AD9B-819FB8B72129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2FA75-64C4-214D-9D3F-6A3034B5DA8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28117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958373"/>
            <a:ext cx="15525572" cy="3479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4791843"/>
            <a:ext cx="15525572" cy="11421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16683952"/>
            <a:ext cx="4050149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095C1A-8C51-424B-AD9B-819FB8B72129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16683952"/>
            <a:ext cx="6075224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16683952"/>
            <a:ext cx="4050149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52FA75-64C4-214D-9D3F-6A3034B5DA8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68074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800088" rtl="0" eaLnBrk="1" latinLnBrk="1" hangingPunct="1">
        <a:lnSpc>
          <a:spcPct val="90000"/>
        </a:lnSpc>
        <a:spcBef>
          <a:spcPct val="0"/>
        </a:spcBef>
        <a:buNone/>
        <a:defRPr sz="86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0022" indent="-450022" algn="l" defTabSz="1800088" rtl="0" eaLnBrk="1" latinLnBrk="1" hangingPunct="1">
        <a:lnSpc>
          <a:spcPct val="90000"/>
        </a:lnSpc>
        <a:spcBef>
          <a:spcPts val="1969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1pPr>
      <a:lvl2pPr marL="1350066" indent="-450022" algn="l" defTabSz="1800088" rtl="0" eaLnBrk="1" latinLnBrk="1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2pPr>
      <a:lvl3pPr marL="2250110" indent="-450022" algn="l" defTabSz="1800088" rtl="0" eaLnBrk="1" latinLnBrk="1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937" kern="1200">
          <a:solidFill>
            <a:schemeClr val="tx1"/>
          </a:solidFill>
          <a:latin typeface="+mn-lt"/>
          <a:ea typeface="+mn-ea"/>
          <a:cs typeface="+mn-cs"/>
        </a:defRPr>
      </a:lvl3pPr>
      <a:lvl4pPr marL="3150154" indent="-450022" algn="l" defTabSz="1800088" rtl="0" eaLnBrk="1" latinLnBrk="1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4050198" indent="-450022" algn="l" defTabSz="1800088" rtl="0" eaLnBrk="1" latinLnBrk="1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950242" indent="-450022" algn="l" defTabSz="1800088" rtl="0" eaLnBrk="1" latinLnBrk="1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850285" indent="-450022" algn="l" defTabSz="1800088" rtl="0" eaLnBrk="1" latinLnBrk="1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750329" indent="-450022" algn="l" defTabSz="1800088" rtl="0" eaLnBrk="1" latinLnBrk="1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650373" indent="-450022" algn="l" defTabSz="1800088" rtl="0" eaLnBrk="1" latinLnBrk="1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00088" rtl="0" eaLnBrk="1" latinLnBrk="1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1pPr>
      <a:lvl2pPr marL="900044" algn="l" defTabSz="1800088" rtl="0" eaLnBrk="1" latinLnBrk="1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800088" algn="l" defTabSz="1800088" rtl="0" eaLnBrk="1" latinLnBrk="1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700132" algn="l" defTabSz="1800088" rtl="0" eaLnBrk="1" latinLnBrk="1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3600176" algn="l" defTabSz="1800088" rtl="0" eaLnBrk="1" latinLnBrk="1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500220" algn="l" defTabSz="1800088" rtl="0" eaLnBrk="1" latinLnBrk="1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400264" algn="l" defTabSz="1800088" rtl="0" eaLnBrk="1" latinLnBrk="1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300307" algn="l" defTabSz="1800088" rtl="0" eaLnBrk="1" latinLnBrk="1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200351" algn="l" defTabSz="1800088" rtl="0" eaLnBrk="1" latinLnBrk="1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15FA258-8E14-69A2-1500-77349F6D9537}"/>
              </a:ext>
            </a:extLst>
          </p:cNvPr>
          <p:cNvGrpSpPr/>
          <p:nvPr/>
        </p:nvGrpSpPr>
        <p:grpSpPr>
          <a:xfrm>
            <a:off x="22906" y="0"/>
            <a:ext cx="17945100" cy="18004720"/>
            <a:chOff x="200024" y="-17802225"/>
            <a:chExt cx="17202150" cy="17259302"/>
          </a:xfrm>
        </p:grpSpPr>
        <p:pic>
          <p:nvPicPr>
            <p:cNvPr id="48" name="그림 47" descr="스크린샷, 직사각형, 사각형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4CCA760-D245-C55B-9493-D40303E088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115" t="552" r="50926" b="75477"/>
            <a:stretch>
              <a:fillRect/>
            </a:stretch>
          </p:blipFill>
          <p:spPr>
            <a:xfrm>
              <a:off x="200024" y="-17802225"/>
              <a:ext cx="8601075" cy="8629650"/>
            </a:xfrm>
            <a:prstGeom prst="rect">
              <a:avLst/>
            </a:prstGeom>
          </p:spPr>
        </p:pic>
        <p:pic>
          <p:nvPicPr>
            <p:cNvPr id="2" name="그림 1" descr="스크린샷, 직사각형, 사각형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B44D2DAC-C5FB-E988-62E8-8ADF6BEA95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116" t="25555" r="50924" b="50475"/>
            <a:stretch>
              <a:fillRect/>
            </a:stretch>
          </p:blipFill>
          <p:spPr>
            <a:xfrm>
              <a:off x="8801099" y="-17802225"/>
              <a:ext cx="8601075" cy="8629651"/>
            </a:xfrm>
            <a:prstGeom prst="rect">
              <a:avLst/>
            </a:prstGeom>
          </p:spPr>
        </p:pic>
        <p:pic>
          <p:nvPicPr>
            <p:cNvPr id="3" name="그림 2" descr="스크린샷, 직사각형, 사각형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97F3911-1AD9-F87E-BC6E-440374D151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082" t="50636" r="50959" b="25394"/>
            <a:stretch>
              <a:fillRect/>
            </a:stretch>
          </p:blipFill>
          <p:spPr>
            <a:xfrm>
              <a:off x="200024" y="-9172575"/>
              <a:ext cx="8601075" cy="8629652"/>
            </a:xfrm>
            <a:prstGeom prst="rect">
              <a:avLst/>
            </a:prstGeom>
          </p:spPr>
        </p:pic>
        <p:pic>
          <p:nvPicPr>
            <p:cNvPr id="4" name="그림 3" descr="스크린샷, 직사각형, 사각형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F65BB3D8-BA4E-AF88-2523-321F11C9D2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1067" t="75554" r="974" b="477"/>
            <a:stretch>
              <a:fillRect/>
            </a:stretch>
          </p:blipFill>
          <p:spPr>
            <a:xfrm>
              <a:off x="8801099" y="-9172575"/>
              <a:ext cx="8601075" cy="86296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8261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969</TotalTime>
  <Words>0</Words>
  <Application>Microsoft Macintosh PowerPoint</Application>
  <PresentationFormat>사용자 지정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조준희(전자전기공학과)</dc:creator>
  <cp:lastModifiedBy>조준희(전자전기공학과)</cp:lastModifiedBy>
  <cp:revision>2</cp:revision>
  <dcterms:created xsi:type="dcterms:W3CDTF">2025-12-03T12:45:26Z</dcterms:created>
  <dcterms:modified xsi:type="dcterms:W3CDTF">2026-04-02T06:03:06Z</dcterms:modified>
</cp:coreProperties>
</file>