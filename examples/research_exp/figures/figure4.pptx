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9" r:id="rId2"/>
  </p:sldIdLst>
  <p:sldSz cx="1800066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/>
    <p:restoredTop sz="94726"/>
  </p:normalViewPr>
  <p:slideViewPr>
    <p:cSldViewPr snapToGrid="0">
      <p:cViewPr varScale="1">
        <p:scale>
          <a:sx n="45" d="100"/>
          <a:sy n="45" d="100"/>
        </p:scale>
        <p:origin x="155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945943"/>
            <a:ext cx="15300564" cy="626689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9454516"/>
            <a:ext cx="13500497" cy="4345992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3637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88749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487671"/>
            <a:ext cx="15525572" cy="7487774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2046282"/>
            <a:ext cx="15525572" cy="3937644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93621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791843"/>
            <a:ext cx="7650282" cy="1142125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791843"/>
            <a:ext cx="7650282" cy="1142125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51500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58373"/>
            <a:ext cx="15525572" cy="347929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4412664"/>
            <a:ext cx="7615123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6575242"/>
            <a:ext cx="7615123" cy="967119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4412664"/>
            <a:ext cx="7652626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6575242"/>
            <a:ext cx="7652626" cy="967119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95772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92449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02318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591766"/>
            <a:ext cx="9112836" cy="12792138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309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591766"/>
            <a:ext cx="9112836" cy="12792138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84666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2633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958369"/>
            <a:ext cx="3881393" cy="1525473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958369"/>
            <a:ext cx="11419171" cy="1525473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28117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958373"/>
            <a:ext cx="15525572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791843"/>
            <a:ext cx="15525572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095C1A-8C51-424B-AD9B-819FB8B72129}" type="datetimeFigureOut">
              <a:rPr kumimoji="1" lang="ko-KR" altLang="en-US" smtClean="0"/>
              <a:t>2026. 4. 2.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6683952"/>
            <a:ext cx="607522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52FA75-64C4-214D-9D3F-6A3034B5DA8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68074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1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1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1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1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AD456FDE-5C9A-68C4-540D-9EA902DEC94D}"/>
              </a:ext>
            </a:extLst>
          </p:cNvPr>
          <p:cNvGrpSpPr/>
          <p:nvPr/>
        </p:nvGrpSpPr>
        <p:grpSpPr>
          <a:xfrm>
            <a:off x="22906" y="0"/>
            <a:ext cx="17945100" cy="18004720"/>
            <a:chOff x="22906" y="0"/>
            <a:chExt cx="17945100" cy="18004720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615FA258-8E14-69A2-1500-77349F6D9537}"/>
                </a:ext>
              </a:extLst>
            </p:cNvPr>
            <p:cNvGrpSpPr/>
            <p:nvPr/>
          </p:nvGrpSpPr>
          <p:grpSpPr>
            <a:xfrm>
              <a:off x="22906" y="0"/>
              <a:ext cx="17945100" cy="18004720"/>
              <a:chOff x="200024" y="-17802225"/>
              <a:chExt cx="17202150" cy="17259302"/>
            </a:xfrm>
          </p:grpSpPr>
          <p:pic>
            <p:nvPicPr>
              <p:cNvPr id="48" name="그림 47" descr="스크린샷, 직사각형, 사각형,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D4CCA760-D245-C55B-9493-D40303E088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115" t="552" r="50926" b="75477"/>
              <a:stretch>
                <a:fillRect/>
              </a:stretch>
            </p:blipFill>
            <p:spPr>
              <a:xfrm>
                <a:off x="200024" y="-17802225"/>
                <a:ext cx="8601075" cy="8629650"/>
              </a:xfrm>
              <a:prstGeom prst="rect">
                <a:avLst/>
              </a:prstGeom>
            </p:spPr>
          </p:pic>
          <p:pic>
            <p:nvPicPr>
              <p:cNvPr id="2" name="그림 1" descr="스크린샷, 직사각형, 사각형,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B44D2DAC-C5FB-E988-62E8-8ADF6BEA95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116" t="25555" r="50924" b="50475"/>
              <a:stretch>
                <a:fillRect/>
              </a:stretch>
            </p:blipFill>
            <p:spPr>
              <a:xfrm>
                <a:off x="8801099" y="-17802225"/>
                <a:ext cx="8601075" cy="8629651"/>
              </a:xfrm>
              <a:prstGeom prst="rect">
                <a:avLst/>
              </a:prstGeom>
            </p:spPr>
          </p:pic>
          <p:pic>
            <p:nvPicPr>
              <p:cNvPr id="3" name="그림 2" descr="스크린샷, 직사각형, 사각형,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D97F3911-1AD9-F87E-BC6E-440374D151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082" t="50636" r="50959" b="25394"/>
              <a:stretch>
                <a:fillRect/>
              </a:stretch>
            </p:blipFill>
            <p:spPr>
              <a:xfrm>
                <a:off x="200024" y="-9172575"/>
                <a:ext cx="8601075" cy="8629652"/>
              </a:xfrm>
              <a:prstGeom prst="rect">
                <a:avLst/>
              </a:prstGeom>
            </p:spPr>
          </p:pic>
          <p:pic>
            <p:nvPicPr>
              <p:cNvPr id="4" name="그림 3" descr="스크린샷, 직사각형, 사각형, 디자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F65BB3D8-BA4E-AF88-2523-321F11C9D2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1067" t="75554" r="974" b="477"/>
              <a:stretch>
                <a:fillRect/>
              </a:stretch>
            </p:blipFill>
            <p:spPr>
              <a:xfrm>
                <a:off x="8801099" y="-9172575"/>
                <a:ext cx="8601075" cy="8629652"/>
              </a:xfrm>
              <a:prstGeom prst="rect">
                <a:avLst/>
              </a:prstGeom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D79D418-895A-8C5E-E560-6A438CA4918A}"/>
                </a:ext>
              </a:extLst>
            </p:cNvPr>
            <p:cNvSpPr txBox="1"/>
            <p:nvPr/>
          </p:nvSpPr>
          <p:spPr>
            <a:xfrm>
              <a:off x="175532" y="116474"/>
              <a:ext cx="1102178" cy="110799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sz="6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kumimoji="1" lang="ko-KR" altLang="en-US" sz="6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2ECDBE-EFA7-6304-694D-90F1569B4B9B}"/>
                </a:ext>
              </a:extLst>
            </p:cNvPr>
            <p:cNvSpPr txBox="1"/>
            <p:nvPr/>
          </p:nvSpPr>
          <p:spPr>
            <a:xfrm>
              <a:off x="9156246" y="116474"/>
              <a:ext cx="1102178" cy="110799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sz="6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kumimoji="1" lang="ko-KR" altLang="en-US" sz="6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F7D7580-FE85-621A-1918-4B2D0CF96D30}"/>
                </a:ext>
              </a:extLst>
            </p:cNvPr>
            <p:cNvSpPr txBox="1"/>
            <p:nvPr/>
          </p:nvSpPr>
          <p:spPr>
            <a:xfrm>
              <a:off x="175532" y="9162503"/>
              <a:ext cx="1102178" cy="110799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sz="6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(c)</a:t>
              </a:r>
              <a:endParaRPr kumimoji="1" lang="ko-KR" altLang="en-US" sz="6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F2CBF6-4567-B379-F55D-CFF664127EF9}"/>
                </a:ext>
              </a:extLst>
            </p:cNvPr>
            <p:cNvSpPr txBox="1"/>
            <p:nvPr/>
          </p:nvSpPr>
          <p:spPr>
            <a:xfrm>
              <a:off x="9156247" y="9162503"/>
              <a:ext cx="1102178" cy="110799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sz="6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(d)</a:t>
              </a:r>
              <a:endParaRPr kumimoji="1" lang="ko-KR" altLang="en-US" sz="6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261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975</TotalTime>
  <Words>12</Words>
  <Application>Microsoft Macintosh PowerPoint</Application>
  <PresentationFormat>사용자 지정</PresentationFormat>
  <Paragraphs>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조준희(전자전기공학과)</dc:creator>
  <cp:lastModifiedBy>조준희(전자전기공학과)</cp:lastModifiedBy>
  <cp:revision>4</cp:revision>
  <dcterms:created xsi:type="dcterms:W3CDTF">2025-12-03T12:45:26Z</dcterms:created>
  <dcterms:modified xsi:type="dcterms:W3CDTF">2026-04-02T06:11:56Z</dcterms:modified>
</cp:coreProperties>
</file>