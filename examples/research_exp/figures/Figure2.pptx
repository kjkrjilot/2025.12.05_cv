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4" r:id="rId1"/>
  </p:sldMasterIdLst>
  <p:sldIdLst>
    <p:sldId id="258" r:id="rId2"/>
  </p:sldIdLst>
  <p:sldSz cx="15227300" cy="11447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7407"/>
    <p:restoredTop sz="94658"/>
  </p:normalViewPr>
  <p:slideViewPr>
    <p:cSldViewPr snapToGrid="0">
      <p:cViewPr>
        <p:scale>
          <a:sx n="66" d="100"/>
          <a:sy n="66" d="100"/>
        </p:scale>
        <p:origin x="140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2048" y="1873463"/>
            <a:ext cx="12943205" cy="3985413"/>
          </a:xfrm>
        </p:spPr>
        <p:txBody>
          <a:bodyPr anchor="b"/>
          <a:lstStyle>
            <a:lvl1pPr algn="ctr">
              <a:defRPr sz="99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3413" y="6012569"/>
            <a:ext cx="11420475" cy="2763820"/>
          </a:xfrm>
        </p:spPr>
        <p:txBody>
          <a:bodyPr/>
          <a:lstStyle>
            <a:lvl1pPr marL="0" indent="0" algn="ctr">
              <a:buNone/>
              <a:defRPr sz="3997"/>
            </a:lvl1pPr>
            <a:lvl2pPr marL="761375" indent="0" algn="ctr">
              <a:buNone/>
              <a:defRPr sz="3331"/>
            </a:lvl2pPr>
            <a:lvl3pPr marL="1522750" indent="0" algn="ctr">
              <a:buNone/>
              <a:defRPr sz="2998"/>
            </a:lvl3pPr>
            <a:lvl4pPr marL="2284125" indent="0" algn="ctr">
              <a:buNone/>
              <a:defRPr sz="2664"/>
            </a:lvl4pPr>
            <a:lvl5pPr marL="3045501" indent="0" algn="ctr">
              <a:buNone/>
              <a:defRPr sz="2664"/>
            </a:lvl5pPr>
            <a:lvl6pPr marL="3806876" indent="0" algn="ctr">
              <a:buNone/>
              <a:defRPr sz="2664"/>
            </a:lvl6pPr>
            <a:lvl7pPr marL="4568251" indent="0" algn="ctr">
              <a:buNone/>
              <a:defRPr sz="2664"/>
            </a:lvl7pPr>
            <a:lvl8pPr marL="5329626" indent="0" algn="ctr">
              <a:buNone/>
              <a:defRPr sz="2664"/>
            </a:lvl8pPr>
            <a:lvl9pPr marL="6091001" indent="0" algn="ctr">
              <a:buNone/>
              <a:defRPr sz="2664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D729-1FD8-5F46-9073-8B45BE8005AC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4775-15DD-374A-AECE-171B5D68B8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42449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D729-1FD8-5F46-9073-8B45BE8005AC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4775-15DD-374A-AECE-171B5D68B8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80438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8947" y="2853919"/>
            <a:ext cx="13133546" cy="4761826"/>
          </a:xfrm>
        </p:spPr>
        <p:txBody>
          <a:bodyPr anchor="b"/>
          <a:lstStyle>
            <a:lvl1pPr>
              <a:defRPr sz="99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8947" y="7660794"/>
            <a:ext cx="13133546" cy="2504132"/>
          </a:xfrm>
        </p:spPr>
        <p:txBody>
          <a:bodyPr/>
          <a:lstStyle>
            <a:lvl1pPr marL="0" indent="0">
              <a:buNone/>
              <a:defRPr sz="3997">
                <a:solidFill>
                  <a:schemeClr val="tx1">
                    <a:tint val="82000"/>
                  </a:schemeClr>
                </a:solidFill>
              </a:defRPr>
            </a:lvl1pPr>
            <a:lvl2pPr marL="761375" indent="0">
              <a:buNone/>
              <a:defRPr sz="3331">
                <a:solidFill>
                  <a:schemeClr val="tx1">
                    <a:tint val="82000"/>
                  </a:schemeClr>
                </a:solidFill>
              </a:defRPr>
            </a:lvl2pPr>
            <a:lvl3pPr marL="1522750" indent="0">
              <a:buNone/>
              <a:defRPr sz="2998">
                <a:solidFill>
                  <a:schemeClr val="tx1">
                    <a:tint val="82000"/>
                  </a:schemeClr>
                </a:solidFill>
              </a:defRPr>
            </a:lvl3pPr>
            <a:lvl4pPr marL="2284125" indent="0">
              <a:buNone/>
              <a:defRPr sz="2664">
                <a:solidFill>
                  <a:schemeClr val="tx1">
                    <a:tint val="82000"/>
                  </a:schemeClr>
                </a:solidFill>
              </a:defRPr>
            </a:lvl4pPr>
            <a:lvl5pPr marL="3045501" indent="0">
              <a:buNone/>
              <a:defRPr sz="2664">
                <a:solidFill>
                  <a:schemeClr val="tx1">
                    <a:tint val="82000"/>
                  </a:schemeClr>
                </a:solidFill>
              </a:defRPr>
            </a:lvl5pPr>
            <a:lvl6pPr marL="3806876" indent="0">
              <a:buNone/>
              <a:defRPr sz="2664">
                <a:solidFill>
                  <a:schemeClr val="tx1">
                    <a:tint val="82000"/>
                  </a:schemeClr>
                </a:solidFill>
              </a:defRPr>
            </a:lvl6pPr>
            <a:lvl7pPr marL="4568251" indent="0">
              <a:buNone/>
              <a:defRPr sz="2664">
                <a:solidFill>
                  <a:schemeClr val="tx1">
                    <a:tint val="82000"/>
                  </a:schemeClr>
                </a:solidFill>
              </a:defRPr>
            </a:lvl7pPr>
            <a:lvl8pPr marL="5329626" indent="0">
              <a:buNone/>
              <a:defRPr sz="2664">
                <a:solidFill>
                  <a:schemeClr val="tx1">
                    <a:tint val="82000"/>
                  </a:schemeClr>
                </a:solidFill>
              </a:defRPr>
            </a:lvl8pPr>
            <a:lvl9pPr marL="6091001" indent="0">
              <a:buNone/>
              <a:defRPr sz="26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D729-1FD8-5F46-9073-8B45BE8005AC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4775-15DD-374A-AECE-171B5D68B8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75666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46877" y="3047357"/>
            <a:ext cx="6471603" cy="726331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08820" y="3047357"/>
            <a:ext cx="6471603" cy="726331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D729-1FD8-5F46-9073-8B45BE8005AC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4775-15DD-374A-AECE-171B5D68B8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0730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8860" y="609474"/>
            <a:ext cx="13133546" cy="221264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8862" y="2806219"/>
            <a:ext cx="6441861" cy="1375285"/>
          </a:xfrm>
        </p:spPr>
        <p:txBody>
          <a:bodyPr anchor="b"/>
          <a:lstStyle>
            <a:lvl1pPr marL="0" indent="0">
              <a:buNone/>
              <a:defRPr sz="3997" b="1"/>
            </a:lvl1pPr>
            <a:lvl2pPr marL="761375" indent="0">
              <a:buNone/>
              <a:defRPr sz="3331" b="1"/>
            </a:lvl2pPr>
            <a:lvl3pPr marL="1522750" indent="0">
              <a:buNone/>
              <a:defRPr sz="2998" b="1"/>
            </a:lvl3pPr>
            <a:lvl4pPr marL="2284125" indent="0">
              <a:buNone/>
              <a:defRPr sz="2664" b="1"/>
            </a:lvl4pPr>
            <a:lvl5pPr marL="3045501" indent="0">
              <a:buNone/>
              <a:defRPr sz="2664" b="1"/>
            </a:lvl5pPr>
            <a:lvl6pPr marL="3806876" indent="0">
              <a:buNone/>
              <a:defRPr sz="2664" b="1"/>
            </a:lvl6pPr>
            <a:lvl7pPr marL="4568251" indent="0">
              <a:buNone/>
              <a:defRPr sz="2664" b="1"/>
            </a:lvl7pPr>
            <a:lvl8pPr marL="5329626" indent="0">
              <a:buNone/>
              <a:defRPr sz="2664" b="1"/>
            </a:lvl8pPr>
            <a:lvl9pPr marL="6091001" indent="0">
              <a:buNone/>
              <a:defRPr sz="266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8862" y="4181504"/>
            <a:ext cx="6441861" cy="615036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08821" y="2806219"/>
            <a:ext cx="6473586" cy="1375285"/>
          </a:xfrm>
        </p:spPr>
        <p:txBody>
          <a:bodyPr anchor="b"/>
          <a:lstStyle>
            <a:lvl1pPr marL="0" indent="0">
              <a:buNone/>
              <a:defRPr sz="3997" b="1"/>
            </a:lvl1pPr>
            <a:lvl2pPr marL="761375" indent="0">
              <a:buNone/>
              <a:defRPr sz="3331" b="1"/>
            </a:lvl2pPr>
            <a:lvl3pPr marL="1522750" indent="0">
              <a:buNone/>
              <a:defRPr sz="2998" b="1"/>
            </a:lvl3pPr>
            <a:lvl4pPr marL="2284125" indent="0">
              <a:buNone/>
              <a:defRPr sz="2664" b="1"/>
            </a:lvl4pPr>
            <a:lvl5pPr marL="3045501" indent="0">
              <a:buNone/>
              <a:defRPr sz="2664" b="1"/>
            </a:lvl5pPr>
            <a:lvl6pPr marL="3806876" indent="0">
              <a:buNone/>
              <a:defRPr sz="2664" b="1"/>
            </a:lvl6pPr>
            <a:lvl7pPr marL="4568251" indent="0">
              <a:buNone/>
              <a:defRPr sz="2664" b="1"/>
            </a:lvl7pPr>
            <a:lvl8pPr marL="5329626" indent="0">
              <a:buNone/>
              <a:defRPr sz="2664" b="1"/>
            </a:lvl8pPr>
            <a:lvl9pPr marL="6091001" indent="0">
              <a:buNone/>
              <a:defRPr sz="266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08821" y="4181504"/>
            <a:ext cx="6473586" cy="615036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D729-1FD8-5F46-9073-8B45BE8005AC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4775-15DD-374A-AECE-171B5D68B8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32820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D729-1FD8-5F46-9073-8B45BE8005AC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4775-15DD-374A-AECE-171B5D68B8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15622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D729-1FD8-5F46-9073-8B45BE8005AC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4775-15DD-374A-AECE-171B5D68B8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27898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8860" y="763164"/>
            <a:ext cx="4911201" cy="2671075"/>
          </a:xfrm>
        </p:spPr>
        <p:txBody>
          <a:bodyPr anchor="b"/>
          <a:lstStyle>
            <a:lvl1pPr>
              <a:defRPr sz="532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586" y="1648225"/>
            <a:ext cx="7708821" cy="8135118"/>
          </a:xfrm>
        </p:spPr>
        <p:txBody>
          <a:bodyPr/>
          <a:lstStyle>
            <a:lvl1pPr>
              <a:defRPr sz="5329"/>
            </a:lvl1pPr>
            <a:lvl2pPr>
              <a:defRPr sz="4663"/>
            </a:lvl2pPr>
            <a:lvl3pPr>
              <a:defRPr sz="3997"/>
            </a:lvl3pPr>
            <a:lvl4pPr>
              <a:defRPr sz="3331"/>
            </a:lvl4pPr>
            <a:lvl5pPr>
              <a:defRPr sz="3331"/>
            </a:lvl5pPr>
            <a:lvl6pPr>
              <a:defRPr sz="3331"/>
            </a:lvl6pPr>
            <a:lvl7pPr>
              <a:defRPr sz="3331"/>
            </a:lvl7pPr>
            <a:lvl8pPr>
              <a:defRPr sz="3331"/>
            </a:lvl8pPr>
            <a:lvl9pPr>
              <a:defRPr sz="333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8860" y="3434239"/>
            <a:ext cx="4911201" cy="6362352"/>
          </a:xfrm>
        </p:spPr>
        <p:txBody>
          <a:bodyPr/>
          <a:lstStyle>
            <a:lvl1pPr marL="0" indent="0">
              <a:buNone/>
              <a:defRPr sz="2664"/>
            </a:lvl1pPr>
            <a:lvl2pPr marL="761375" indent="0">
              <a:buNone/>
              <a:defRPr sz="2331"/>
            </a:lvl2pPr>
            <a:lvl3pPr marL="1522750" indent="0">
              <a:buNone/>
              <a:defRPr sz="1998"/>
            </a:lvl3pPr>
            <a:lvl4pPr marL="2284125" indent="0">
              <a:buNone/>
              <a:defRPr sz="1665"/>
            </a:lvl4pPr>
            <a:lvl5pPr marL="3045501" indent="0">
              <a:buNone/>
              <a:defRPr sz="1665"/>
            </a:lvl5pPr>
            <a:lvl6pPr marL="3806876" indent="0">
              <a:buNone/>
              <a:defRPr sz="1665"/>
            </a:lvl6pPr>
            <a:lvl7pPr marL="4568251" indent="0">
              <a:buNone/>
              <a:defRPr sz="1665"/>
            </a:lvl7pPr>
            <a:lvl8pPr marL="5329626" indent="0">
              <a:buNone/>
              <a:defRPr sz="1665"/>
            </a:lvl8pPr>
            <a:lvl9pPr marL="6091001" indent="0">
              <a:buNone/>
              <a:defRPr sz="1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D729-1FD8-5F46-9073-8B45BE8005AC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4775-15DD-374A-AECE-171B5D68B8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03334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8860" y="763164"/>
            <a:ext cx="4911201" cy="2671075"/>
          </a:xfrm>
        </p:spPr>
        <p:txBody>
          <a:bodyPr anchor="b"/>
          <a:lstStyle>
            <a:lvl1pPr>
              <a:defRPr sz="532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73586" y="1648225"/>
            <a:ext cx="7708821" cy="8135118"/>
          </a:xfrm>
        </p:spPr>
        <p:txBody>
          <a:bodyPr anchor="t"/>
          <a:lstStyle>
            <a:lvl1pPr marL="0" indent="0">
              <a:buNone/>
              <a:defRPr sz="5329"/>
            </a:lvl1pPr>
            <a:lvl2pPr marL="761375" indent="0">
              <a:buNone/>
              <a:defRPr sz="4663"/>
            </a:lvl2pPr>
            <a:lvl3pPr marL="1522750" indent="0">
              <a:buNone/>
              <a:defRPr sz="3997"/>
            </a:lvl3pPr>
            <a:lvl4pPr marL="2284125" indent="0">
              <a:buNone/>
              <a:defRPr sz="3331"/>
            </a:lvl4pPr>
            <a:lvl5pPr marL="3045501" indent="0">
              <a:buNone/>
              <a:defRPr sz="3331"/>
            </a:lvl5pPr>
            <a:lvl6pPr marL="3806876" indent="0">
              <a:buNone/>
              <a:defRPr sz="3331"/>
            </a:lvl6pPr>
            <a:lvl7pPr marL="4568251" indent="0">
              <a:buNone/>
              <a:defRPr sz="3331"/>
            </a:lvl7pPr>
            <a:lvl8pPr marL="5329626" indent="0">
              <a:buNone/>
              <a:defRPr sz="3331"/>
            </a:lvl8pPr>
            <a:lvl9pPr marL="6091001" indent="0">
              <a:buNone/>
              <a:defRPr sz="333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8860" y="3434239"/>
            <a:ext cx="4911201" cy="6362352"/>
          </a:xfrm>
        </p:spPr>
        <p:txBody>
          <a:bodyPr/>
          <a:lstStyle>
            <a:lvl1pPr marL="0" indent="0">
              <a:buNone/>
              <a:defRPr sz="2664"/>
            </a:lvl1pPr>
            <a:lvl2pPr marL="761375" indent="0">
              <a:buNone/>
              <a:defRPr sz="2331"/>
            </a:lvl2pPr>
            <a:lvl3pPr marL="1522750" indent="0">
              <a:buNone/>
              <a:defRPr sz="1998"/>
            </a:lvl3pPr>
            <a:lvl4pPr marL="2284125" indent="0">
              <a:buNone/>
              <a:defRPr sz="1665"/>
            </a:lvl4pPr>
            <a:lvl5pPr marL="3045501" indent="0">
              <a:buNone/>
              <a:defRPr sz="1665"/>
            </a:lvl5pPr>
            <a:lvl6pPr marL="3806876" indent="0">
              <a:buNone/>
              <a:defRPr sz="1665"/>
            </a:lvl6pPr>
            <a:lvl7pPr marL="4568251" indent="0">
              <a:buNone/>
              <a:defRPr sz="1665"/>
            </a:lvl7pPr>
            <a:lvl8pPr marL="5329626" indent="0">
              <a:buNone/>
              <a:defRPr sz="1665"/>
            </a:lvl8pPr>
            <a:lvl9pPr marL="6091001" indent="0">
              <a:buNone/>
              <a:defRPr sz="1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D729-1FD8-5F46-9073-8B45BE8005AC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4775-15DD-374A-AECE-171B5D68B8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26304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D729-1FD8-5F46-9073-8B45BE8005AC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4775-15DD-374A-AECE-171B5D68B8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00092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97037" y="609471"/>
            <a:ext cx="3283387" cy="970119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6878" y="609471"/>
            <a:ext cx="9659818" cy="970119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D729-1FD8-5F46-9073-8B45BE8005AC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4775-15DD-374A-AECE-171B5D68B8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84559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6877" y="609474"/>
            <a:ext cx="13133546" cy="22126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877" y="3047357"/>
            <a:ext cx="13133546" cy="7263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6877" y="10610105"/>
            <a:ext cx="3426143" cy="609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6D729-1FD8-5F46-9073-8B45BE8005AC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44043" y="10610105"/>
            <a:ext cx="5139214" cy="609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4280" y="10610105"/>
            <a:ext cx="3426143" cy="609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3C4775-15DD-374A-AECE-171B5D68B8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72793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defTabSz="1522750" rtl="0" eaLnBrk="1" latinLnBrk="1" hangingPunct="1">
        <a:lnSpc>
          <a:spcPct val="90000"/>
        </a:lnSpc>
        <a:spcBef>
          <a:spcPct val="0"/>
        </a:spcBef>
        <a:buNone/>
        <a:defRPr sz="73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0688" indent="-380688" algn="l" defTabSz="1522750" rtl="0" eaLnBrk="1" latinLnBrk="1" hangingPunct="1">
        <a:lnSpc>
          <a:spcPct val="90000"/>
        </a:lnSpc>
        <a:spcBef>
          <a:spcPts val="1665"/>
        </a:spcBef>
        <a:buFont typeface="Arial" panose="020B0604020202020204" pitchFamily="34" charset="0"/>
        <a:buChar char="•"/>
        <a:defRPr sz="4663" kern="1200">
          <a:solidFill>
            <a:schemeClr val="tx1"/>
          </a:solidFill>
          <a:latin typeface="+mn-lt"/>
          <a:ea typeface="+mn-ea"/>
          <a:cs typeface="+mn-cs"/>
        </a:defRPr>
      </a:lvl1pPr>
      <a:lvl2pPr marL="1142063" indent="-380688" algn="l" defTabSz="1522750" rtl="0" eaLnBrk="1" latinLnBrk="1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997" kern="1200">
          <a:solidFill>
            <a:schemeClr val="tx1"/>
          </a:solidFill>
          <a:latin typeface="+mn-lt"/>
          <a:ea typeface="+mn-ea"/>
          <a:cs typeface="+mn-cs"/>
        </a:defRPr>
      </a:lvl2pPr>
      <a:lvl3pPr marL="1903438" indent="-380688" algn="l" defTabSz="1522750" rtl="0" eaLnBrk="1" latinLnBrk="1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331" kern="1200">
          <a:solidFill>
            <a:schemeClr val="tx1"/>
          </a:solidFill>
          <a:latin typeface="+mn-lt"/>
          <a:ea typeface="+mn-ea"/>
          <a:cs typeface="+mn-cs"/>
        </a:defRPr>
      </a:lvl3pPr>
      <a:lvl4pPr marL="2664813" indent="-380688" algn="l" defTabSz="1522750" rtl="0" eaLnBrk="1" latinLnBrk="1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2998" kern="1200">
          <a:solidFill>
            <a:schemeClr val="tx1"/>
          </a:solidFill>
          <a:latin typeface="+mn-lt"/>
          <a:ea typeface="+mn-ea"/>
          <a:cs typeface="+mn-cs"/>
        </a:defRPr>
      </a:lvl4pPr>
      <a:lvl5pPr marL="3426188" indent="-380688" algn="l" defTabSz="1522750" rtl="0" eaLnBrk="1" latinLnBrk="1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2998" kern="1200">
          <a:solidFill>
            <a:schemeClr val="tx1"/>
          </a:solidFill>
          <a:latin typeface="+mn-lt"/>
          <a:ea typeface="+mn-ea"/>
          <a:cs typeface="+mn-cs"/>
        </a:defRPr>
      </a:lvl5pPr>
      <a:lvl6pPr marL="4187563" indent="-380688" algn="l" defTabSz="1522750" rtl="0" eaLnBrk="1" latinLnBrk="1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2998" kern="1200">
          <a:solidFill>
            <a:schemeClr val="tx1"/>
          </a:solidFill>
          <a:latin typeface="+mn-lt"/>
          <a:ea typeface="+mn-ea"/>
          <a:cs typeface="+mn-cs"/>
        </a:defRPr>
      </a:lvl6pPr>
      <a:lvl7pPr marL="4948939" indent="-380688" algn="l" defTabSz="1522750" rtl="0" eaLnBrk="1" latinLnBrk="1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2998" kern="1200">
          <a:solidFill>
            <a:schemeClr val="tx1"/>
          </a:solidFill>
          <a:latin typeface="+mn-lt"/>
          <a:ea typeface="+mn-ea"/>
          <a:cs typeface="+mn-cs"/>
        </a:defRPr>
      </a:lvl7pPr>
      <a:lvl8pPr marL="5710314" indent="-380688" algn="l" defTabSz="1522750" rtl="0" eaLnBrk="1" latinLnBrk="1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2998" kern="1200">
          <a:solidFill>
            <a:schemeClr val="tx1"/>
          </a:solidFill>
          <a:latin typeface="+mn-lt"/>
          <a:ea typeface="+mn-ea"/>
          <a:cs typeface="+mn-cs"/>
        </a:defRPr>
      </a:lvl8pPr>
      <a:lvl9pPr marL="6471689" indent="-380688" algn="l" defTabSz="1522750" rtl="0" eaLnBrk="1" latinLnBrk="1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29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22750" rtl="0" eaLnBrk="1" latinLnBrk="1" hangingPunct="1">
        <a:defRPr sz="2998" kern="1200">
          <a:solidFill>
            <a:schemeClr val="tx1"/>
          </a:solidFill>
          <a:latin typeface="+mn-lt"/>
          <a:ea typeface="+mn-ea"/>
          <a:cs typeface="+mn-cs"/>
        </a:defRPr>
      </a:lvl1pPr>
      <a:lvl2pPr marL="761375" algn="l" defTabSz="1522750" rtl="0" eaLnBrk="1" latinLnBrk="1" hangingPunct="1">
        <a:defRPr sz="2998" kern="1200">
          <a:solidFill>
            <a:schemeClr val="tx1"/>
          </a:solidFill>
          <a:latin typeface="+mn-lt"/>
          <a:ea typeface="+mn-ea"/>
          <a:cs typeface="+mn-cs"/>
        </a:defRPr>
      </a:lvl2pPr>
      <a:lvl3pPr marL="1522750" algn="l" defTabSz="1522750" rtl="0" eaLnBrk="1" latinLnBrk="1" hangingPunct="1"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2284125" algn="l" defTabSz="1522750" rtl="0" eaLnBrk="1" latinLnBrk="1" hangingPunct="1">
        <a:defRPr sz="2998" kern="1200">
          <a:solidFill>
            <a:schemeClr val="tx1"/>
          </a:solidFill>
          <a:latin typeface="+mn-lt"/>
          <a:ea typeface="+mn-ea"/>
          <a:cs typeface="+mn-cs"/>
        </a:defRPr>
      </a:lvl4pPr>
      <a:lvl5pPr marL="3045501" algn="l" defTabSz="1522750" rtl="0" eaLnBrk="1" latinLnBrk="1" hangingPunct="1">
        <a:defRPr sz="2998" kern="1200">
          <a:solidFill>
            <a:schemeClr val="tx1"/>
          </a:solidFill>
          <a:latin typeface="+mn-lt"/>
          <a:ea typeface="+mn-ea"/>
          <a:cs typeface="+mn-cs"/>
        </a:defRPr>
      </a:lvl5pPr>
      <a:lvl6pPr marL="3806876" algn="l" defTabSz="1522750" rtl="0" eaLnBrk="1" latinLnBrk="1" hangingPunct="1">
        <a:defRPr sz="2998" kern="1200">
          <a:solidFill>
            <a:schemeClr val="tx1"/>
          </a:solidFill>
          <a:latin typeface="+mn-lt"/>
          <a:ea typeface="+mn-ea"/>
          <a:cs typeface="+mn-cs"/>
        </a:defRPr>
      </a:lvl6pPr>
      <a:lvl7pPr marL="4568251" algn="l" defTabSz="1522750" rtl="0" eaLnBrk="1" latinLnBrk="1" hangingPunct="1">
        <a:defRPr sz="2998" kern="1200">
          <a:solidFill>
            <a:schemeClr val="tx1"/>
          </a:solidFill>
          <a:latin typeface="+mn-lt"/>
          <a:ea typeface="+mn-ea"/>
          <a:cs typeface="+mn-cs"/>
        </a:defRPr>
      </a:lvl7pPr>
      <a:lvl8pPr marL="5329626" algn="l" defTabSz="1522750" rtl="0" eaLnBrk="1" latinLnBrk="1" hangingPunct="1">
        <a:defRPr sz="2998" kern="1200">
          <a:solidFill>
            <a:schemeClr val="tx1"/>
          </a:solidFill>
          <a:latin typeface="+mn-lt"/>
          <a:ea typeface="+mn-ea"/>
          <a:cs typeface="+mn-cs"/>
        </a:defRPr>
      </a:lvl8pPr>
      <a:lvl9pPr marL="6091001" algn="l" defTabSz="1522750" rtl="0" eaLnBrk="1" latinLnBrk="1" hangingPunct="1">
        <a:defRPr sz="29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그룹 94">
            <a:extLst>
              <a:ext uri="{FF2B5EF4-FFF2-40B4-BE49-F238E27FC236}">
                <a16:creationId xmlns:a16="http://schemas.microsoft.com/office/drawing/2014/main" id="{DDE5D25A-374C-B59B-A9A2-9CF8B62921CE}"/>
              </a:ext>
            </a:extLst>
          </p:cNvPr>
          <p:cNvGrpSpPr/>
          <p:nvPr/>
        </p:nvGrpSpPr>
        <p:grpSpPr>
          <a:xfrm>
            <a:off x="-532" y="5291275"/>
            <a:ext cx="8579317" cy="6159589"/>
            <a:chOff x="-2246" y="4"/>
            <a:chExt cx="7633970" cy="548087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BC8C2E42-94B3-16B0-19D4-83B13D057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861" b="4165"/>
            <a:stretch>
              <a:fillRect/>
            </a:stretch>
          </p:blipFill>
          <p:spPr>
            <a:xfrm>
              <a:off x="0" y="381075"/>
              <a:ext cx="7631278" cy="5092335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CE5DFD0-0DA3-F824-B0AC-42EDF6094D3A}"/>
                </a:ext>
              </a:extLst>
            </p:cNvPr>
            <p:cNvSpPr/>
            <p:nvPr/>
          </p:nvSpPr>
          <p:spPr>
            <a:xfrm>
              <a:off x="-24" y="388540"/>
              <a:ext cx="7631275" cy="5092334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b="1" dirty="0"/>
            </a:p>
          </p:txBody>
        </p:sp>
        <p:cxnSp>
          <p:nvCxnSpPr>
            <p:cNvPr id="14" name="직선 연결선[R] 13">
              <a:extLst>
                <a:ext uri="{FF2B5EF4-FFF2-40B4-BE49-F238E27FC236}">
                  <a16:creationId xmlns:a16="http://schemas.microsoft.com/office/drawing/2014/main" id="{B1AA04DF-59A6-D6BA-1C9C-4F48D0D5A9F5}"/>
                </a:ext>
              </a:extLst>
            </p:cNvPr>
            <p:cNvCxnSpPr>
              <a:cxnSpLocks/>
            </p:cNvCxnSpPr>
            <p:nvPr/>
          </p:nvCxnSpPr>
          <p:spPr>
            <a:xfrm>
              <a:off x="5348644" y="2180376"/>
              <a:ext cx="85677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직선 연결선[R] 14">
              <a:extLst>
                <a:ext uri="{FF2B5EF4-FFF2-40B4-BE49-F238E27FC236}">
                  <a16:creationId xmlns:a16="http://schemas.microsoft.com/office/drawing/2014/main" id="{08522B7F-BC09-8E26-AC19-8C6C68EF75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5415" y="2112753"/>
              <a:ext cx="550985" cy="6762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직선 연결선[R] 15">
              <a:extLst>
                <a:ext uri="{FF2B5EF4-FFF2-40B4-BE49-F238E27FC236}">
                  <a16:creationId xmlns:a16="http://schemas.microsoft.com/office/drawing/2014/main" id="{5DD00A01-C1F6-086C-DF02-A4C063027C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9630" y="1745553"/>
              <a:ext cx="636955" cy="167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직선 연결선[R] 16">
              <a:extLst>
                <a:ext uri="{FF2B5EF4-FFF2-40B4-BE49-F238E27FC236}">
                  <a16:creationId xmlns:a16="http://schemas.microsoft.com/office/drawing/2014/main" id="{D74AB17E-A93C-AE75-B642-CF3BC6AE6F91}"/>
                </a:ext>
              </a:extLst>
            </p:cNvPr>
            <p:cNvCxnSpPr>
              <a:cxnSpLocks/>
            </p:cNvCxnSpPr>
            <p:nvPr/>
          </p:nvCxnSpPr>
          <p:spPr>
            <a:xfrm>
              <a:off x="5345723" y="1754437"/>
              <a:ext cx="2921" cy="3750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직선 연결선[R] 17">
              <a:extLst>
                <a:ext uri="{FF2B5EF4-FFF2-40B4-BE49-F238E27FC236}">
                  <a16:creationId xmlns:a16="http://schemas.microsoft.com/office/drawing/2014/main" id="{EBE7ADD3-7FAB-A985-DD5A-6421600BAC3C}"/>
                </a:ext>
              </a:extLst>
            </p:cNvPr>
            <p:cNvCxnSpPr>
              <a:cxnSpLocks/>
            </p:cNvCxnSpPr>
            <p:nvPr/>
          </p:nvCxnSpPr>
          <p:spPr>
            <a:xfrm>
              <a:off x="5986585" y="1746087"/>
              <a:ext cx="48350" cy="38342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직선 연결선[R] 18">
              <a:extLst>
                <a:ext uri="{FF2B5EF4-FFF2-40B4-BE49-F238E27FC236}">
                  <a16:creationId xmlns:a16="http://schemas.microsoft.com/office/drawing/2014/main" id="{532E2919-DEDE-D97B-3ED4-0982FF7FA553}"/>
                </a:ext>
              </a:extLst>
            </p:cNvPr>
            <p:cNvCxnSpPr>
              <a:cxnSpLocks/>
            </p:cNvCxnSpPr>
            <p:nvPr/>
          </p:nvCxnSpPr>
          <p:spPr>
            <a:xfrm>
              <a:off x="5349630" y="2125667"/>
              <a:ext cx="68530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직선 연결선[R] 19">
              <a:extLst>
                <a:ext uri="{FF2B5EF4-FFF2-40B4-BE49-F238E27FC236}">
                  <a16:creationId xmlns:a16="http://schemas.microsoft.com/office/drawing/2014/main" id="{61442B2B-FC8C-DFE0-2DA3-F5C9640FE047}"/>
                </a:ext>
              </a:extLst>
            </p:cNvPr>
            <p:cNvCxnSpPr>
              <a:cxnSpLocks/>
            </p:cNvCxnSpPr>
            <p:nvPr/>
          </p:nvCxnSpPr>
          <p:spPr>
            <a:xfrm>
              <a:off x="6246969" y="2026347"/>
              <a:ext cx="509431" cy="822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직선 연결선[R] 20">
              <a:extLst>
                <a:ext uri="{FF2B5EF4-FFF2-40B4-BE49-F238E27FC236}">
                  <a16:creationId xmlns:a16="http://schemas.microsoft.com/office/drawing/2014/main" id="{196FCA59-D952-F64A-7654-22F765190F73}"/>
                </a:ext>
              </a:extLst>
            </p:cNvPr>
            <p:cNvCxnSpPr>
              <a:cxnSpLocks/>
            </p:cNvCxnSpPr>
            <p:nvPr/>
          </p:nvCxnSpPr>
          <p:spPr>
            <a:xfrm>
              <a:off x="6034935" y="2012143"/>
              <a:ext cx="212034" cy="1420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직선 연결선[R] 21">
              <a:extLst>
                <a:ext uri="{FF2B5EF4-FFF2-40B4-BE49-F238E27FC236}">
                  <a16:creationId xmlns:a16="http://schemas.microsoft.com/office/drawing/2014/main" id="{6343590A-1162-CC68-19ED-4F222C362839}"/>
                </a:ext>
              </a:extLst>
            </p:cNvPr>
            <p:cNvCxnSpPr>
              <a:cxnSpLocks/>
            </p:cNvCxnSpPr>
            <p:nvPr/>
          </p:nvCxnSpPr>
          <p:spPr>
            <a:xfrm>
              <a:off x="5251938" y="2067496"/>
              <a:ext cx="93785" cy="5545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직선 연결선[R] 22">
              <a:extLst>
                <a:ext uri="{FF2B5EF4-FFF2-40B4-BE49-F238E27FC236}">
                  <a16:creationId xmlns:a16="http://schemas.microsoft.com/office/drawing/2014/main" id="{C1F74EA8-863E-D227-75BE-5BCE4B8270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59757" y="1754437"/>
              <a:ext cx="41523" cy="30649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직선 연결선[R] 23">
              <a:extLst>
                <a:ext uri="{FF2B5EF4-FFF2-40B4-BE49-F238E27FC236}">
                  <a16:creationId xmlns:a16="http://schemas.microsoft.com/office/drawing/2014/main" id="{4F7777C7-090C-7A31-D5D6-700B9CB0C06F}"/>
                </a:ext>
              </a:extLst>
            </p:cNvPr>
            <p:cNvCxnSpPr>
              <a:cxnSpLocks/>
            </p:cNvCxnSpPr>
            <p:nvPr/>
          </p:nvCxnSpPr>
          <p:spPr>
            <a:xfrm>
              <a:off x="5298830" y="1750590"/>
              <a:ext cx="46893" cy="1285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[R] 24">
              <a:extLst>
                <a:ext uri="{FF2B5EF4-FFF2-40B4-BE49-F238E27FC236}">
                  <a16:creationId xmlns:a16="http://schemas.microsoft.com/office/drawing/2014/main" id="{B62C4210-1C7A-BA77-E892-ABA888B556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4545" y="2025490"/>
              <a:ext cx="483223" cy="10316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직선 연결선[R] 25">
              <a:extLst>
                <a:ext uri="{FF2B5EF4-FFF2-40B4-BE49-F238E27FC236}">
                  <a16:creationId xmlns:a16="http://schemas.microsoft.com/office/drawing/2014/main" id="{FE37AFB4-326C-D42F-E894-CFEE2D3E1304}"/>
                </a:ext>
              </a:extLst>
            </p:cNvPr>
            <p:cNvCxnSpPr>
              <a:cxnSpLocks/>
            </p:cNvCxnSpPr>
            <p:nvPr/>
          </p:nvCxnSpPr>
          <p:spPr>
            <a:xfrm>
              <a:off x="4659347" y="2131354"/>
              <a:ext cx="690284" cy="4763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직선 연결선[R] 26">
              <a:extLst>
                <a:ext uri="{FF2B5EF4-FFF2-40B4-BE49-F238E27FC236}">
                  <a16:creationId xmlns:a16="http://schemas.microsoft.com/office/drawing/2014/main" id="{AA07235E-5FC4-161D-9B0C-5750345D7197}"/>
                </a:ext>
              </a:extLst>
            </p:cNvPr>
            <p:cNvCxnSpPr>
              <a:cxnSpLocks/>
            </p:cNvCxnSpPr>
            <p:nvPr/>
          </p:nvCxnSpPr>
          <p:spPr>
            <a:xfrm>
              <a:off x="5140689" y="2027976"/>
              <a:ext cx="13982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직선 연결선[R] 27">
              <a:extLst>
                <a:ext uri="{FF2B5EF4-FFF2-40B4-BE49-F238E27FC236}">
                  <a16:creationId xmlns:a16="http://schemas.microsoft.com/office/drawing/2014/main" id="{ABF02C51-CA2A-0F54-E603-6860356A69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7723" y="2179841"/>
              <a:ext cx="109415" cy="180469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직선 연결선[R] 28">
              <a:extLst>
                <a:ext uri="{FF2B5EF4-FFF2-40B4-BE49-F238E27FC236}">
                  <a16:creationId xmlns:a16="http://schemas.microsoft.com/office/drawing/2014/main" id="{B6A9B998-DDF7-FA94-2F83-59B23ED964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82130" y="2179841"/>
              <a:ext cx="87039" cy="177960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직선 연결선[R] 29">
              <a:extLst>
                <a:ext uri="{FF2B5EF4-FFF2-40B4-BE49-F238E27FC236}">
                  <a16:creationId xmlns:a16="http://schemas.microsoft.com/office/drawing/2014/main" id="{004535D3-7366-E9B2-64C9-30046ED5DE57}"/>
                </a:ext>
              </a:extLst>
            </p:cNvPr>
            <p:cNvCxnSpPr>
              <a:cxnSpLocks/>
            </p:cNvCxnSpPr>
            <p:nvPr/>
          </p:nvCxnSpPr>
          <p:spPr>
            <a:xfrm>
              <a:off x="5280518" y="3949253"/>
              <a:ext cx="827205" cy="3636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직선 연결선[R] 30">
              <a:extLst>
                <a:ext uri="{FF2B5EF4-FFF2-40B4-BE49-F238E27FC236}">
                  <a16:creationId xmlns:a16="http://schemas.microsoft.com/office/drawing/2014/main" id="{9C240E9A-FE3C-22CA-A08C-6FB8F180C9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9021" y="2094322"/>
              <a:ext cx="150969" cy="171152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직선 연결선[R] 31">
              <a:extLst>
                <a:ext uri="{FF2B5EF4-FFF2-40B4-BE49-F238E27FC236}">
                  <a16:creationId xmlns:a16="http://schemas.microsoft.com/office/drawing/2014/main" id="{998A746D-4C69-6C52-6C54-6691313E51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5998" y="3795223"/>
              <a:ext cx="512189" cy="17333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직선 연결선[R] 32">
              <a:extLst>
                <a:ext uri="{FF2B5EF4-FFF2-40B4-BE49-F238E27FC236}">
                  <a16:creationId xmlns:a16="http://schemas.microsoft.com/office/drawing/2014/main" id="{25221146-6321-EB76-3382-6C4D01E659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6768" y="2129515"/>
              <a:ext cx="42579" cy="159497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직선 연결선[R] 33">
              <a:extLst>
                <a:ext uri="{FF2B5EF4-FFF2-40B4-BE49-F238E27FC236}">
                  <a16:creationId xmlns:a16="http://schemas.microsoft.com/office/drawing/2014/main" id="{03ACA721-339C-734A-7715-931FEDAF56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6768" y="3724491"/>
              <a:ext cx="659140" cy="22766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직선 연결선[R] 34">
              <a:extLst>
                <a:ext uri="{FF2B5EF4-FFF2-40B4-BE49-F238E27FC236}">
                  <a16:creationId xmlns:a16="http://schemas.microsoft.com/office/drawing/2014/main" id="{939DB7E3-1F5B-5A62-F42A-F8B3B7D180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2850" y="1361351"/>
              <a:ext cx="150969" cy="171152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직선 연결선[R] 35">
              <a:extLst>
                <a:ext uri="{FF2B5EF4-FFF2-40B4-BE49-F238E27FC236}">
                  <a16:creationId xmlns:a16="http://schemas.microsoft.com/office/drawing/2014/main" id="{7CE3C0A6-53D4-F0B1-F206-AA682929AF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6607" y="11523"/>
              <a:ext cx="73041" cy="137276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직선 연결선[R] 36">
              <a:extLst>
                <a:ext uri="{FF2B5EF4-FFF2-40B4-BE49-F238E27FC236}">
                  <a16:creationId xmlns:a16="http://schemas.microsoft.com/office/drawing/2014/main" id="{C1EF4E8F-FE1A-430A-0DDB-F2508C9F5E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73389" y="4"/>
              <a:ext cx="101116" cy="141032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직선 연결선[R] 37">
              <a:extLst>
                <a:ext uri="{FF2B5EF4-FFF2-40B4-BE49-F238E27FC236}">
                  <a16:creationId xmlns:a16="http://schemas.microsoft.com/office/drawing/2014/main" id="{F3C5279D-A7A8-6B89-D3F5-6FD2A452FB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4355" y="1359921"/>
              <a:ext cx="300006" cy="4873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직선 연결선[R] 38">
              <a:extLst>
                <a:ext uri="{FF2B5EF4-FFF2-40B4-BE49-F238E27FC236}">
                  <a16:creationId xmlns:a16="http://schemas.microsoft.com/office/drawing/2014/main" id="{2BCC94C6-5F43-A7CB-FDAC-8361128E6B40}"/>
                </a:ext>
              </a:extLst>
            </p:cNvPr>
            <p:cNvCxnSpPr>
              <a:cxnSpLocks/>
            </p:cNvCxnSpPr>
            <p:nvPr/>
          </p:nvCxnSpPr>
          <p:spPr>
            <a:xfrm>
              <a:off x="6835310" y="1361351"/>
              <a:ext cx="79596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직선 연결선[R] 39">
              <a:extLst>
                <a:ext uri="{FF2B5EF4-FFF2-40B4-BE49-F238E27FC236}">
                  <a16:creationId xmlns:a16="http://schemas.microsoft.com/office/drawing/2014/main" id="{4DA77F6E-28E1-E54D-24BA-448AC778901E}"/>
                </a:ext>
              </a:extLst>
            </p:cNvPr>
            <p:cNvCxnSpPr>
              <a:cxnSpLocks/>
            </p:cNvCxnSpPr>
            <p:nvPr/>
          </p:nvCxnSpPr>
          <p:spPr>
            <a:xfrm>
              <a:off x="5004489" y="197126"/>
              <a:ext cx="30541" cy="113828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직선 연결선[R] 40">
              <a:extLst>
                <a:ext uri="{FF2B5EF4-FFF2-40B4-BE49-F238E27FC236}">
                  <a16:creationId xmlns:a16="http://schemas.microsoft.com/office/drawing/2014/main" id="{25F4DFAD-6E73-7250-0B2A-55A658B7D6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04489" y="50785"/>
              <a:ext cx="206114" cy="15549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직선 연결선[R] 41">
              <a:extLst>
                <a:ext uri="{FF2B5EF4-FFF2-40B4-BE49-F238E27FC236}">
                  <a16:creationId xmlns:a16="http://schemas.microsoft.com/office/drawing/2014/main" id="{02A27CA8-27B6-51C0-CD56-EB7E6483DF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07474" y="16620"/>
              <a:ext cx="827461" cy="2674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[R] 42">
              <a:extLst>
                <a:ext uri="{FF2B5EF4-FFF2-40B4-BE49-F238E27FC236}">
                  <a16:creationId xmlns:a16="http://schemas.microsoft.com/office/drawing/2014/main" id="{48039A98-3037-F620-D511-3A7E552148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07466" y="37469"/>
              <a:ext cx="7480" cy="125217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직선 연결선[R] 43">
              <a:extLst>
                <a:ext uri="{FF2B5EF4-FFF2-40B4-BE49-F238E27FC236}">
                  <a16:creationId xmlns:a16="http://schemas.microsoft.com/office/drawing/2014/main" id="{F33C13FA-1D27-9C9C-FD57-B34F7C33E6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5364" y="1277242"/>
              <a:ext cx="165239" cy="6656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직선 연결선[R] 44">
              <a:extLst>
                <a:ext uri="{FF2B5EF4-FFF2-40B4-BE49-F238E27FC236}">
                  <a16:creationId xmlns:a16="http://schemas.microsoft.com/office/drawing/2014/main" id="{AA757E30-CDF1-80DB-93A9-F1D0DD8BB4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07474" y="1243077"/>
              <a:ext cx="827461" cy="2674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직선 연결선[R] 45">
              <a:extLst>
                <a:ext uri="{FF2B5EF4-FFF2-40B4-BE49-F238E27FC236}">
                  <a16:creationId xmlns:a16="http://schemas.microsoft.com/office/drawing/2014/main" id="{F8F7CF11-4AC0-03D7-352B-8F62ACD7FA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27523" y="8430"/>
              <a:ext cx="7480" cy="125217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[R] 46">
              <a:extLst>
                <a:ext uri="{FF2B5EF4-FFF2-40B4-BE49-F238E27FC236}">
                  <a16:creationId xmlns:a16="http://schemas.microsoft.com/office/drawing/2014/main" id="{5E60DDBC-6F98-87FD-82F5-36D1AA70250D}"/>
                </a:ext>
              </a:extLst>
            </p:cNvPr>
            <p:cNvCxnSpPr>
              <a:cxnSpLocks/>
            </p:cNvCxnSpPr>
            <p:nvPr/>
          </p:nvCxnSpPr>
          <p:spPr>
            <a:xfrm>
              <a:off x="5048769" y="1351376"/>
              <a:ext cx="24598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직선 연결선[R] 47">
              <a:extLst>
                <a:ext uri="{FF2B5EF4-FFF2-40B4-BE49-F238E27FC236}">
                  <a16:creationId xmlns:a16="http://schemas.microsoft.com/office/drawing/2014/main" id="{FEA5C767-A748-EC5E-9E61-B5F815A02B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0109" y="1248443"/>
              <a:ext cx="165304" cy="9612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직선 연결선[R] 48">
              <a:extLst>
                <a:ext uri="{FF2B5EF4-FFF2-40B4-BE49-F238E27FC236}">
                  <a16:creationId xmlns:a16="http://schemas.microsoft.com/office/drawing/2014/main" id="{63786E30-51A2-5497-8F70-EA7B694E3312}"/>
                </a:ext>
              </a:extLst>
            </p:cNvPr>
            <p:cNvCxnSpPr>
              <a:cxnSpLocks/>
            </p:cNvCxnSpPr>
            <p:nvPr/>
          </p:nvCxnSpPr>
          <p:spPr>
            <a:xfrm>
              <a:off x="5293668" y="1310525"/>
              <a:ext cx="0" cy="71052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직선 연결선[R] 49">
              <a:extLst>
                <a:ext uri="{FF2B5EF4-FFF2-40B4-BE49-F238E27FC236}">
                  <a16:creationId xmlns:a16="http://schemas.microsoft.com/office/drawing/2014/main" id="{33F5DEDB-1B4C-BF19-5F43-23194ECE606E}"/>
                </a:ext>
              </a:extLst>
            </p:cNvPr>
            <p:cNvCxnSpPr>
              <a:cxnSpLocks/>
            </p:cNvCxnSpPr>
            <p:nvPr/>
          </p:nvCxnSpPr>
          <p:spPr>
            <a:xfrm>
              <a:off x="5692282" y="1310525"/>
              <a:ext cx="0" cy="43502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직선 연결선[R] 50">
              <a:extLst>
                <a:ext uri="{FF2B5EF4-FFF2-40B4-BE49-F238E27FC236}">
                  <a16:creationId xmlns:a16="http://schemas.microsoft.com/office/drawing/2014/main" id="{9F4A6108-D0D2-4F46-3264-167C574314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99644" y="1346004"/>
              <a:ext cx="166177" cy="537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호 51">
              <a:extLst>
                <a:ext uri="{FF2B5EF4-FFF2-40B4-BE49-F238E27FC236}">
                  <a16:creationId xmlns:a16="http://schemas.microsoft.com/office/drawing/2014/main" id="{37B0A9A1-03C4-5FEF-AAB4-25EBEDFF36FB}"/>
                </a:ext>
              </a:extLst>
            </p:cNvPr>
            <p:cNvSpPr/>
            <p:nvPr/>
          </p:nvSpPr>
          <p:spPr>
            <a:xfrm>
              <a:off x="5294966" y="1293825"/>
              <a:ext cx="396234" cy="60119"/>
            </a:xfrm>
            <a:prstGeom prst="arc">
              <a:avLst>
                <a:gd name="adj1" fmla="val 10822766"/>
                <a:gd name="adj2" fmla="val 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ko-KR" altLang="en-US" b="1"/>
            </a:p>
          </p:txBody>
        </p:sp>
        <p:sp>
          <p:nvSpPr>
            <p:cNvPr id="53" name="자유형 52">
              <a:extLst>
                <a:ext uri="{FF2B5EF4-FFF2-40B4-BE49-F238E27FC236}">
                  <a16:creationId xmlns:a16="http://schemas.microsoft.com/office/drawing/2014/main" id="{BA415F32-385E-0B15-53C5-1EE2D0E655A3}"/>
                </a:ext>
              </a:extLst>
            </p:cNvPr>
            <p:cNvSpPr/>
            <p:nvPr/>
          </p:nvSpPr>
          <p:spPr>
            <a:xfrm>
              <a:off x="6845036" y="3815529"/>
              <a:ext cx="786687" cy="342900"/>
            </a:xfrm>
            <a:custGeom>
              <a:avLst/>
              <a:gdLst>
                <a:gd name="csX0" fmla="*/ 171226 w 786687"/>
                <a:gd name="csY0" fmla="*/ 0 h 342900"/>
                <a:gd name="csX1" fmla="*/ 39341 w 786687"/>
                <a:gd name="csY1" fmla="*/ 70339 h 342900"/>
                <a:gd name="csX2" fmla="*/ 786687 w 786687"/>
                <a:gd name="csY2" fmla="*/ 342900 h 342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86687" h="342900">
                  <a:moveTo>
                    <a:pt x="171226" y="0"/>
                  </a:moveTo>
                  <a:cubicBezTo>
                    <a:pt x="53995" y="6594"/>
                    <a:pt x="-63236" y="13189"/>
                    <a:pt x="39341" y="70339"/>
                  </a:cubicBezTo>
                  <a:cubicBezTo>
                    <a:pt x="141918" y="127489"/>
                    <a:pt x="464302" y="235194"/>
                    <a:pt x="786687" y="342900"/>
                  </a:cubicBezTo>
                </a:path>
              </a:pathLst>
            </a:cu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b="1"/>
            </a:p>
          </p:txBody>
        </p:sp>
        <p:sp>
          <p:nvSpPr>
            <p:cNvPr id="54" name="자유형 53">
              <a:extLst>
                <a:ext uri="{FF2B5EF4-FFF2-40B4-BE49-F238E27FC236}">
                  <a16:creationId xmlns:a16="http://schemas.microsoft.com/office/drawing/2014/main" id="{9F49A8C7-1DF5-6772-5AA4-A399A77D9CA6}"/>
                </a:ext>
              </a:extLst>
            </p:cNvPr>
            <p:cNvSpPr/>
            <p:nvPr/>
          </p:nvSpPr>
          <p:spPr>
            <a:xfrm>
              <a:off x="6212519" y="3727606"/>
              <a:ext cx="1419205" cy="1055077"/>
            </a:xfrm>
            <a:custGeom>
              <a:avLst/>
              <a:gdLst>
                <a:gd name="csX0" fmla="*/ 320166 w 1419205"/>
                <a:gd name="csY0" fmla="*/ 0 h 1055077"/>
                <a:gd name="csX1" fmla="*/ 73982 w 1419205"/>
                <a:gd name="csY1" fmla="*/ 79131 h 1055077"/>
                <a:gd name="csX2" fmla="*/ 12435 w 1419205"/>
                <a:gd name="csY2" fmla="*/ 325316 h 1055077"/>
                <a:gd name="csX3" fmla="*/ 284997 w 1419205"/>
                <a:gd name="csY3" fmla="*/ 571500 h 1055077"/>
                <a:gd name="csX4" fmla="*/ 1419205 w 1419205"/>
                <a:gd name="csY4" fmla="*/ 1055077 h 10550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19205" h="1055077">
                  <a:moveTo>
                    <a:pt x="320166" y="0"/>
                  </a:moveTo>
                  <a:cubicBezTo>
                    <a:pt x="222718" y="12456"/>
                    <a:pt x="125270" y="24912"/>
                    <a:pt x="73982" y="79131"/>
                  </a:cubicBezTo>
                  <a:cubicBezTo>
                    <a:pt x="22693" y="133350"/>
                    <a:pt x="-22734" y="243255"/>
                    <a:pt x="12435" y="325316"/>
                  </a:cubicBezTo>
                  <a:cubicBezTo>
                    <a:pt x="47604" y="407377"/>
                    <a:pt x="50535" y="449873"/>
                    <a:pt x="284997" y="571500"/>
                  </a:cubicBezTo>
                  <a:cubicBezTo>
                    <a:pt x="519459" y="693127"/>
                    <a:pt x="969332" y="874102"/>
                    <a:pt x="1419205" y="1055077"/>
                  </a:cubicBezTo>
                </a:path>
              </a:pathLst>
            </a:cu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b="1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BC7DC25-3892-D185-E87E-F24D5E04A018}"/>
                </a:ext>
              </a:extLst>
            </p:cNvPr>
            <p:cNvSpPr txBox="1"/>
            <p:nvPr/>
          </p:nvSpPr>
          <p:spPr>
            <a:xfrm>
              <a:off x="3048512" y="412167"/>
              <a:ext cx="2242038" cy="328636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b="1" dirty="0">
                  <a:solidFill>
                    <a:srgbClr val="FF0000"/>
                  </a:solidFill>
                </a:rPr>
                <a:t>Imaging system</a:t>
              </a:r>
              <a:endParaRPr kumimoji="1"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54384A2-A6B5-B9B1-81A1-D87DCC2A7482}"/>
                </a:ext>
              </a:extLst>
            </p:cNvPr>
            <p:cNvSpPr txBox="1"/>
            <p:nvPr/>
          </p:nvSpPr>
          <p:spPr>
            <a:xfrm>
              <a:off x="4570181" y="4053870"/>
              <a:ext cx="2242038" cy="328636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b="1" dirty="0"/>
                <a:t>Cryogenic station</a:t>
              </a:r>
              <a:endParaRPr kumimoji="1" lang="ko-KR" altLang="en-US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646A94E-BB97-D01B-2CD6-4C9F0C507B85}"/>
                </a:ext>
              </a:extLst>
            </p:cNvPr>
            <p:cNvSpPr txBox="1"/>
            <p:nvPr/>
          </p:nvSpPr>
          <p:spPr>
            <a:xfrm>
              <a:off x="5084396" y="4718488"/>
              <a:ext cx="2242038" cy="575112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b="1" dirty="0">
                  <a:solidFill>
                    <a:srgbClr val="00B050"/>
                  </a:solidFill>
                </a:rPr>
                <a:t>Vacuum pumping system</a:t>
              </a:r>
              <a:endParaRPr kumimoji="1" lang="ko-KR" altLang="en-US" b="1" dirty="0">
                <a:solidFill>
                  <a:srgbClr val="00B050"/>
                </a:solidFill>
              </a:endParaRPr>
            </a:p>
          </p:txBody>
        </p:sp>
        <p:sp>
          <p:nvSpPr>
            <p:cNvPr id="58" name="호 57">
              <a:extLst>
                <a:ext uri="{FF2B5EF4-FFF2-40B4-BE49-F238E27FC236}">
                  <a16:creationId xmlns:a16="http://schemas.microsoft.com/office/drawing/2014/main" id="{D884D676-8625-5577-5FC1-E0221D49C4FB}"/>
                </a:ext>
              </a:extLst>
            </p:cNvPr>
            <p:cNvSpPr/>
            <p:nvPr/>
          </p:nvSpPr>
          <p:spPr>
            <a:xfrm rot="1238099" flipV="1">
              <a:off x="6917018" y="3141253"/>
              <a:ext cx="708625" cy="100043"/>
            </a:xfrm>
            <a:prstGeom prst="arc">
              <a:avLst>
                <a:gd name="adj1" fmla="val 10822766"/>
                <a:gd name="adj2" fmla="val 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ko-KR" altLang="en-US" b="1"/>
            </a:p>
          </p:txBody>
        </p:sp>
        <p:sp>
          <p:nvSpPr>
            <p:cNvPr id="59" name="호 58">
              <a:extLst>
                <a:ext uri="{FF2B5EF4-FFF2-40B4-BE49-F238E27FC236}">
                  <a16:creationId xmlns:a16="http://schemas.microsoft.com/office/drawing/2014/main" id="{EF94EAB2-C38E-BCFD-5CE3-EA3E9DA1F0A1}"/>
                </a:ext>
              </a:extLst>
            </p:cNvPr>
            <p:cNvSpPr/>
            <p:nvPr/>
          </p:nvSpPr>
          <p:spPr>
            <a:xfrm rot="9884616">
              <a:off x="507449" y="3460773"/>
              <a:ext cx="122206" cy="45719"/>
            </a:xfrm>
            <a:prstGeom prst="arc">
              <a:avLst>
                <a:gd name="adj1" fmla="val 10822766"/>
                <a:gd name="adj2" fmla="val 0"/>
              </a:avLst>
            </a:prstGeom>
            <a:ln>
              <a:solidFill>
                <a:srgbClr val="3455F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ko-KR" altLang="en-US" b="1"/>
            </a:p>
          </p:txBody>
        </p:sp>
        <p:cxnSp>
          <p:nvCxnSpPr>
            <p:cNvPr id="60" name="직선 연결선[R] 59">
              <a:extLst>
                <a:ext uri="{FF2B5EF4-FFF2-40B4-BE49-F238E27FC236}">
                  <a16:creationId xmlns:a16="http://schemas.microsoft.com/office/drawing/2014/main" id="{A0423B26-87E3-3190-51EC-63E4715F6166}"/>
                </a:ext>
              </a:extLst>
            </p:cNvPr>
            <p:cNvCxnSpPr/>
            <p:nvPr/>
          </p:nvCxnSpPr>
          <p:spPr>
            <a:xfrm>
              <a:off x="454729" y="3147217"/>
              <a:ext cx="39541" cy="355875"/>
            </a:xfrm>
            <a:prstGeom prst="line">
              <a:avLst/>
            </a:prstGeom>
            <a:ln>
              <a:solidFill>
                <a:srgbClr val="3455F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[R] 60">
              <a:extLst>
                <a:ext uri="{FF2B5EF4-FFF2-40B4-BE49-F238E27FC236}">
                  <a16:creationId xmlns:a16="http://schemas.microsoft.com/office/drawing/2014/main" id="{890E5184-5EFD-0871-FD95-3FA303AFC936}"/>
                </a:ext>
              </a:extLst>
            </p:cNvPr>
            <p:cNvCxnSpPr>
              <a:cxnSpLocks/>
            </p:cNvCxnSpPr>
            <p:nvPr/>
          </p:nvCxnSpPr>
          <p:spPr>
            <a:xfrm>
              <a:off x="751024" y="2439351"/>
              <a:ext cx="70391" cy="633529"/>
            </a:xfrm>
            <a:prstGeom prst="line">
              <a:avLst/>
            </a:prstGeom>
            <a:ln>
              <a:solidFill>
                <a:srgbClr val="3455F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[R] 61">
              <a:extLst>
                <a:ext uri="{FF2B5EF4-FFF2-40B4-BE49-F238E27FC236}">
                  <a16:creationId xmlns:a16="http://schemas.microsoft.com/office/drawing/2014/main" id="{870F0CEB-3C6F-AD57-C8ED-BFA8C0075157}"/>
                </a:ext>
              </a:extLst>
            </p:cNvPr>
            <p:cNvCxnSpPr>
              <a:cxnSpLocks/>
            </p:cNvCxnSpPr>
            <p:nvPr/>
          </p:nvCxnSpPr>
          <p:spPr>
            <a:xfrm>
              <a:off x="148015" y="2523377"/>
              <a:ext cx="93593" cy="650331"/>
            </a:xfrm>
            <a:prstGeom prst="line">
              <a:avLst/>
            </a:prstGeom>
            <a:ln>
              <a:solidFill>
                <a:srgbClr val="3455F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[R] 62">
              <a:extLst>
                <a:ext uri="{FF2B5EF4-FFF2-40B4-BE49-F238E27FC236}">
                  <a16:creationId xmlns:a16="http://schemas.microsoft.com/office/drawing/2014/main" id="{583092CC-D935-B93E-67C3-8CF65BE592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2957" y="2462352"/>
              <a:ext cx="597621" cy="70911"/>
            </a:xfrm>
            <a:prstGeom prst="line">
              <a:avLst/>
            </a:prstGeom>
            <a:ln>
              <a:solidFill>
                <a:srgbClr val="3455F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[R] 63">
              <a:extLst>
                <a:ext uri="{FF2B5EF4-FFF2-40B4-BE49-F238E27FC236}">
                  <a16:creationId xmlns:a16="http://schemas.microsoft.com/office/drawing/2014/main" id="{3E7C60AA-EAB7-DA2F-56FB-49075E4F83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608" y="3075248"/>
              <a:ext cx="583110" cy="98460"/>
            </a:xfrm>
            <a:prstGeom prst="line">
              <a:avLst/>
            </a:prstGeom>
            <a:ln>
              <a:solidFill>
                <a:srgbClr val="3455F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[R] 64">
              <a:extLst>
                <a:ext uri="{FF2B5EF4-FFF2-40B4-BE49-F238E27FC236}">
                  <a16:creationId xmlns:a16="http://schemas.microsoft.com/office/drawing/2014/main" id="{4BD94FED-1D1C-2D6E-5ECE-19B4B8A89ED3}"/>
                </a:ext>
              </a:extLst>
            </p:cNvPr>
            <p:cNvCxnSpPr/>
            <p:nvPr/>
          </p:nvCxnSpPr>
          <p:spPr>
            <a:xfrm>
              <a:off x="593125" y="3120726"/>
              <a:ext cx="39541" cy="355875"/>
            </a:xfrm>
            <a:prstGeom prst="line">
              <a:avLst/>
            </a:prstGeom>
            <a:ln>
              <a:solidFill>
                <a:srgbClr val="3455F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자유형 65">
              <a:extLst>
                <a:ext uri="{FF2B5EF4-FFF2-40B4-BE49-F238E27FC236}">
                  <a16:creationId xmlns:a16="http://schemas.microsoft.com/office/drawing/2014/main" id="{1BB61ED0-903F-23F6-6CD8-5518FF9B53C5}"/>
                </a:ext>
              </a:extLst>
            </p:cNvPr>
            <p:cNvSpPr/>
            <p:nvPr/>
          </p:nvSpPr>
          <p:spPr>
            <a:xfrm>
              <a:off x="479442" y="269188"/>
              <a:ext cx="1062681" cy="1764544"/>
            </a:xfrm>
            <a:custGeom>
              <a:avLst/>
              <a:gdLst>
                <a:gd name="csX0" fmla="*/ 0 w 1062681"/>
                <a:gd name="csY0" fmla="*/ 1764544 h 1764544"/>
                <a:gd name="csX1" fmla="*/ 49427 w 1062681"/>
                <a:gd name="csY1" fmla="*/ 1561894 h 1764544"/>
                <a:gd name="csX2" fmla="*/ 227364 w 1062681"/>
                <a:gd name="csY2" fmla="*/ 1280160 h 1764544"/>
                <a:gd name="csX3" fmla="*/ 642552 w 1062681"/>
                <a:gd name="csY3" fmla="*/ 864973 h 1764544"/>
                <a:gd name="csX4" fmla="*/ 914400 w 1062681"/>
                <a:gd name="csY4" fmla="*/ 375645 h 1764544"/>
                <a:gd name="csX5" fmla="*/ 1062681 w 1062681"/>
                <a:gd name="csY5" fmla="*/ 0 h 17645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062681" h="1764544">
                  <a:moveTo>
                    <a:pt x="0" y="1764544"/>
                  </a:moveTo>
                  <a:cubicBezTo>
                    <a:pt x="5766" y="1703584"/>
                    <a:pt x="11533" y="1642625"/>
                    <a:pt x="49427" y="1561894"/>
                  </a:cubicBezTo>
                  <a:cubicBezTo>
                    <a:pt x="87321" y="1481163"/>
                    <a:pt x="128510" y="1396313"/>
                    <a:pt x="227364" y="1280160"/>
                  </a:cubicBezTo>
                  <a:cubicBezTo>
                    <a:pt x="326218" y="1164007"/>
                    <a:pt x="528046" y="1015725"/>
                    <a:pt x="642552" y="864973"/>
                  </a:cubicBezTo>
                  <a:cubicBezTo>
                    <a:pt x="757058" y="714221"/>
                    <a:pt x="844379" y="519807"/>
                    <a:pt x="914400" y="375645"/>
                  </a:cubicBezTo>
                  <a:cubicBezTo>
                    <a:pt x="984421" y="231483"/>
                    <a:pt x="1025611" y="75788"/>
                    <a:pt x="1062681" y="0"/>
                  </a:cubicBezTo>
                </a:path>
              </a:pathLst>
            </a:custGeom>
            <a:noFill/>
            <a:ln>
              <a:solidFill>
                <a:srgbClr val="3455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b="1"/>
            </a:p>
          </p:txBody>
        </p:sp>
        <p:sp>
          <p:nvSpPr>
            <p:cNvPr id="67" name="자유형 66">
              <a:extLst>
                <a:ext uri="{FF2B5EF4-FFF2-40B4-BE49-F238E27FC236}">
                  <a16:creationId xmlns:a16="http://schemas.microsoft.com/office/drawing/2014/main" id="{7228FE5F-E1DD-241C-E057-70398B86644E}"/>
                </a:ext>
              </a:extLst>
            </p:cNvPr>
            <p:cNvSpPr/>
            <p:nvPr/>
          </p:nvSpPr>
          <p:spPr>
            <a:xfrm>
              <a:off x="514041" y="269188"/>
              <a:ext cx="1062681" cy="1764544"/>
            </a:xfrm>
            <a:custGeom>
              <a:avLst/>
              <a:gdLst>
                <a:gd name="csX0" fmla="*/ 0 w 1062681"/>
                <a:gd name="csY0" fmla="*/ 1764544 h 1764544"/>
                <a:gd name="csX1" fmla="*/ 49427 w 1062681"/>
                <a:gd name="csY1" fmla="*/ 1561894 h 1764544"/>
                <a:gd name="csX2" fmla="*/ 227364 w 1062681"/>
                <a:gd name="csY2" fmla="*/ 1280160 h 1764544"/>
                <a:gd name="csX3" fmla="*/ 642552 w 1062681"/>
                <a:gd name="csY3" fmla="*/ 864973 h 1764544"/>
                <a:gd name="csX4" fmla="*/ 914400 w 1062681"/>
                <a:gd name="csY4" fmla="*/ 375645 h 1764544"/>
                <a:gd name="csX5" fmla="*/ 1062681 w 1062681"/>
                <a:gd name="csY5" fmla="*/ 0 h 17645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062681" h="1764544">
                  <a:moveTo>
                    <a:pt x="0" y="1764544"/>
                  </a:moveTo>
                  <a:cubicBezTo>
                    <a:pt x="5766" y="1703584"/>
                    <a:pt x="11533" y="1642625"/>
                    <a:pt x="49427" y="1561894"/>
                  </a:cubicBezTo>
                  <a:cubicBezTo>
                    <a:pt x="87321" y="1481163"/>
                    <a:pt x="128510" y="1396313"/>
                    <a:pt x="227364" y="1280160"/>
                  </a:cubicBezTo>
                  <a:cubicBezTo>
                    <a:pt x="326218" y="1164007"/>
                    <a:pt x="528046" y="1015725"/>
                    <a:pt x="642552" y="864973"/>
                  </a:cubicBezTo>
                  <a:cubicBezTo>
                    <a:pt x="757058" y="714221"/>
                    <a:pt x="844379" y="519807"/>
                    <a:pt x="914400" y="375645"/>
                  </a:cubicBezTo>
                  <a:cubicBezTo>
                    <a:pt x="984421" y="231483"/>
                    <a:pt x="1025611" y="75788"/>
                    <a:pt x="1062681" y="0"/>
                  </a:cubicBezTo>
                </a:path>
              </a:pathLst>
            </a:custGeom>
            <a:noFill/>
            <a:ln>
              <a:solidFill>
                <a:srgbClr val="3455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b="1"/>
            </a:p>
          </p:txBody>
        </p:sp>
        <p:sp>
          <p:nvSpPr>
            <p:cNvPr id="68" name="자유형 67">
              <a:extLst>
                <a:ext uri="{FF2B5EF4-FFF2-40B4-BE49-F238E27FC236}">
                  <a16:creationId xmlns:a16="http://schemas.microsoft.com/office/drawing/2014/main" id="{171144F4-B2F0-EC48-09CF-743F2075AD2D}"/>
                </a:ext>
              </a:extLst>
            </p:cNvPr>
            <p:cNvSpPr/>
            <p:nvPr/>
          </p:nvSpPr>
          <p:spPr>
            <a:xfrm>
              <a:off x="252078" y="1591945"/>
              <a:ext cx="415187" cy="392360"/>
            </a:xfrm>
            <a:custGeom>
              <a:avLst/>
              <a:gdLst>
                <a:gd name="csX0" fmla="*/ 0 w 415187"/>
                <a:gd name="csY0" fmla="*/ 392360 h 392360"/>
                <a:gd name="csX1" fmla="*/ 24713 w 415187"/>
                <a:gd name="csY1" fmla="*/ 244079 h 392360"/>
                <a:gd name="csX2" fmla="*/ 113682 w 415187"/>
                <a:gd name="csY2" fmla="*/ 105684 h 392360"/>
                <a:gd name="csX3" fmla="*/ 247135 w 415187"/>
                <a:gd name="csY3" fmla="*/ 16715 h 392360"/>
                <a:gd name="csX4" fmla="*/ 415187 w 415187"/>
                <a:gd name="csY4" fmla="*/ 1887 h 392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15187" h="392360">
                  <a:moveTo>
                    <a:pt x="0" y="392360"/>
                  </a:moveTo>
                  <a:cubicBezTo>
                    <a:pt x="2883" y="342109"/>
                    <a:pt x="5766" y="291858"/>
                    <a:pt x="24713" y="244079"/>
                  </a:cubicBezTo>
                  <a:cubicBezTo>
                    <a:pt x="43660" y="196300"/>
                    <a:pt x="76612" y="143578"/>
                    <a:pt x="113682" y="105684"/>
                  </a:cubicBezTo>
                  <a:cubicBezTo>
                    <a:pt x="150752" y="67790"/>
                    <a:pt x="196884" y="34014"/>
                    <a:pt x="247135" y="16715"/>
                  </a:cubicBezTo>
                  <a:cubicBezTo>
                    <a:pt x="297386" y="-584"/>
                    <a:pt x="374822" y="-2232"/>
                    <a:pt x="415187" y="1887"/>
                  </a:cubicBezTo>
                </a:path>
              </a:pathLst>
            </a:custGeom>
            <a:noFill/>
            <a:ln>
              <a:solidFill>
                <a:srgbClr val="3455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b="1"/>
            </a:p>
          </p:txBody>
        </p:sp>
        <p:sp>
          <p:nvSpPr>
            <p:cNvPr id="69" name="자유형 68">
              <a:extLst>
                <a:ext uri="{FF2B5EF4-FFF2-40B4-BE49-F238E27FC236}">
                  <a16:creationId xmlns:a16="http://schemas.microsoft.com/office/drawing/2014/main" id="{E3242C66-280C-02A8-4075-586685C63973}"/>
                </a:ext>
              </a:extLst>
            </p:cNvPr>
            <p:cNvSpPr/>
            <p:nvPr/>
          </p:nvSpPr>
          <p:spPr>
            <a:xfrm>
              <a:off x="291619" y="1625102"/>
              <a:ext cx="365760" cy="359203"/>
            </a:xfrm>
            <a:custGeom>
              <a:avLst/>
              <a:gdLst>
                <a:gd name="csX0" fmla="*/ 0 w 365760"/>
                <a:gd name="csY0" fmla="*/ 359203 h 359203"/>
                <a:gd name="csX1" fmla="*/ 19771 w 365760"/>
                <a:gd name="csY1" fmla="*/ 225750 h 359203"/>
                <a:gd name="csX2" fmla="*/ 88969 w 365760"/>
                <a:gd name="csY2" fmla="*/ 107126 h 359203"/>
                <a:gd name="csX3" fmla="*/ 187823 w 365760"/>
                <a:gd name="csY3" fmla="*/ 37928 h 359203"/>
                <a:gd name="csX4" fmla="*/ 301505 w 365760"/>
                <a:gd name="csY4" fmla="*/ 3329 h 359203"/>
                <a:gd name="csX5" fmla="*/ 365760 w 365760"/>
                <a:gd name="csY5" fmla="*/ 3329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65760" h="359203">
                  <a:moveTo>
                    <a:pt x="0" y="359203"/>
                  </a:moveTo>
                  <a:cubicBezTo>
                    <a:pt x="2471" y="313483"/>
                    <a:pt x="4943" y="267763"/>
                    <a:pt x="19771" y="225750"/>
                  </a:cubicBezTo>
                  <a:cubicBezTo>
                    <a:pt x="34599" y="183737"/>
                    <a:pt x="60960" y="138430"/>
                    <a:pt x="88969" y="107126"/>
                  </a:cubicBezTo>
                  <a:cubicBezTo>
                    <a:pt x="116978" y="75822"/>
                    <a:pt x="152400" y="55227"/>
                    <a:pt x="187823" y="37928"/>
                  </a:cubicBezTo>
                  <a:cubicBezTo>
                    <a:pt x="223246" y="20628"/>
                    <a:pt x="271849" y="9095"/>
                    <a:pt x="301505" y="3329"/>
                  </a:cubicBezTo>
                  <a:cubicBezTo>
                    <a:pt x="331161" y="-2437"/>
                    <a:pt x="348460" y="446"/>
                    <a:pt x="365760" y="3329"/>
                  </a:cubicBezTo>
                </a:path>
              </a:pathLst>
            </a:custGeom>
            <a:noFill/>
            <a:ln>
              <a:solidFill>
                <a:srgbClr val="3455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b="1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70C54DBD-78FD-F85B-4092-1EDB1A690574}"/>
                </a:ext>
              </a:extLst>
            </p:cNvPr>
            <p:cNvSpPr/>
            <p:nvPr/>
          </p:nvSpPr>
          <p:spPr>
            <a:xfrm rot="21223604">
              <a:off x="240864" y="1985106"/>
              <a:ext cx="143604" cy="508926"/>
            </a:xfrm>
            <a:prstGeom prst="rect">
              <a:avLst/>
            </a:prstGeom>
            <a:noFill/>
            <a:ln>
              <a:solidFill>
                <a:srgbClr val="3455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b="1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7933CE17-B64A-133B-DD5E-3CBFD1739A58}"/>
                </a:ext>
              </a:extLst>
            </p:cNvPr>
            <p:cNvSpPr/>
            <p:nvPr/>
          </p:nvSpPr>
          <p:spPr>
            <a:xfrm rot="21223604">
              <a:off x="444794" y="2029790"/>
              <a:ext cx="143604" cy="441849"/>
            </a:xfrm>
            <a:prstGeom prst="rect">
              <a:avLst/>
            </a:prstGeom>
            <a:noFill/>
            <a:ln>
              <a:solidFill>
                <a:srgbClr val="3455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b="1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BF2A585-29B3-B858-C5A9-F694D7C26EC4}"/>
                </a:ext>
              </a:extLst>
            </p:cNvPr>
            <p:cNvSpPr txBox="1"/>
            <p:nvPr/>
          </p:nvSpPr>
          <p:spPr>
            <a:xfrm>
              <a:off x="948999" y="2590289"/>
              <a:ext cx="2110650" cy="575112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3455FC"/>
                  </a:solidFill>
                  <a:latin typeface="Aptos" panose="020B0004020202020204" pitchFamily="34" charset="0"/>
                </a:rPr>
                <a:t>Laser stabilization system</a:t>
              </a:r>
              <a:endParaRPr kumimoji="1" lang="ko-KR" altLang="en-US" b="1" dirty="0">
                <a:solidFill>
                  <a:srgbClr val="3455FC"/>
                </a:solidFill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07B6B07-42FB-F310-AFD6-9074248E3856}"/>
                </a:ext>
              </a:extLst>
            </p:cNvPr>
            <p:cNvSpPr txBox="1"/>
            <p:nvPr/>
          </p:nvSpPr>
          <p:spPr>
            <a:xfrm>
              <a:off x="3023414" y="4060944"/>
              <a:ext cx="1369081" cy="575112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b="1" dirty="0">
                  <a:solidFill>
                    <a:srgbClr val="7030A0"/>
                  </a:solidFill>
                </a:rPr>
                <a:t>Helical resonator</a:t>
              </a:r>
              <a:endParaRPr kumimoji="1" lang="ko-KR" altLang="en-US" b="1" dirty="0">
                <a:solidFill>
                  <a:srgbClr val="7030A0"/>
                </a:solidFill>
              </a:endParaRPr>
            </a:p>
          </p:txBody>
        </p:sp>
        <p:cxnSp>
          <p:nvCxnSpPr>
            <p:cNvPr id="74" name="직선 연결선[R] 73">
              <a:extLst>
                <a:ext uri="{FF2B5EF4-FFF2-40B4-BE49-F238E27FC236}">
                  <a16:creationId xmlns:a16="http://schemas.microsoft.com/office/drawing/2014/main" id="{BBDB915F-BBF6-C263-9BC6-E99295402C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35487" y="3325154"/>
              <a:ext cx="258494" cy="120346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[R] 74">
              <a:extLst>
                <a:ext uri="{FF2B5EF4-FFF2-40B4-BE49-F238E27FC236}">
                  <a16:creationId xmlns:a16="http://schemas.microsoft.com/office/drawing/2014/main" id="{B729B7D3-A466-4AFB-6B25-3DAEC6EE7B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3604" y="3449458"/>
              <a:ext cx="584544" cy="134464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[R] 75">
              <a:extLst>
                <a:ext uri="{FF2B5EF4-FFF2-40B4-BE49-F238E27FC236}">
                  <a16:creationId xmlns:a16="http://schemas.microsoft.com/office/drawing/2014/main" id="{FBAC7B39-8374-9D28-7CBD-21F83B3244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83807" y="3326746"/>
              <a:ext cx="584544" cy="134464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[R] 76">
              <a:extLst>
                <a:ext uri="{FF2B5EF4-FFF2-40B4-BE49-F238E27FC236}">
                  <a16:creationId xmlns:a16="http://schemas.microsoft.com/office/drawing/2014/main" id="{312DCFB8-3DD1-7AC9-63D7-97964EDB49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77347" y="3459741"/>
              <a:ext cx="258494" cy="120346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연결선[R] 77">
              <a:extLst>
                <a:ext uri="{FF2B5EF4-FFF2-40B4-BE49-F238E27FC236}">
                  <a16:creationId xmlns:a16="http://schemas.microsoft.com/office/drawing/2014/main" id="{472BDE4E-9F84-7248-B3DB-EF4F7011DC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2626" y="3447865"/>
              <a:ext cx="6410" cy="390459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연결선[R] 78">
              <a:extLst>
                <a:ext uri="{FF2B5EF4-FFF2-40B4-BE49-F238E27FC236}">
                  <a16:creationId xmlns:a16="http://schemas.microsoft.com/office/drawing/2014/main" id="{12AB68F0-F8A7-C109-0018-CF5F6634E8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3604" y="3829468"/>
              <a:ext cx="584544" cy="134464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[R] 79">
              <a:extLst>
                <a:ext uri="{FF2B5EF4-FFF2-40B4-BE49-F238E27FC236}">
                  <a16:creationId xmlns:a16="http://schemas.microsoft.com/office/drawing/2014/main" id="{7070CA58-683B-E663-1E36-47D1921D7A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0528" y="3550784"/>
              <a:ext cx="6410" cy="390459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연결선[R] 80">
              <a:extLst>
                <a:ext uri="{FF2B5EF4-FFF2-40B4-BE49-F238E27FC236}">
                  <a16:creationId xmlns:a16="http://schemas.microsoft.com/office/drawing/2014/main" id="{1D40FEA3-A60F-DB71-9AFC-01212D538D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4896" y="3455781"/>
              <a:ext cx="6410" cy="390459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연결선[R] 81">
              <a:extLst>
                <a:ext uri="{FF2B5EF4-FFF2-40B4-BE49-F238E27FC236}">
                  <a16:creationId xmlns:a16="http://schemas.microsoft.com/office/drawing/2014/main" id="{58ED467F-BC83-E196-35C2-25C6FDB996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77347" y="3843709"/>
              <a:ext cx="258494" cy="120346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호 82">
              <a:extLst>
                <a:ext uri="{FF2B5EF4-FFF2-40B4-BE49-F238E27FC236}">
                  <a16:creationId xmlns:a16="http://schemas.microsoft.com/office/drawing/2014/main" id="{B170026D-C64F-ADAB-6D83-F8CBAD3D51E8}"/>
                </a:ext>
              </a:extLst>
            </p:cNvPr>
            <p:cNvSpPr/>
            <p:nvPr/>
          </p:nvSpPr>
          <p:spPr>
            <a:xfrm rot="4677091">
              <a:off x="1411047" y="3818143"/>
              <a:ext cx="431708" cy="103239"/>
            </a:xfrm>
            <a:prstGeom prst="arc">
              <a:avLst>
                <a:gd name="adj1" fmla="val 10822766"/>
                <a:gd name="adj2" fmla="val 0"/>
              </a:avLst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ko-KR" altLang="en-US" b="1"/>
            </a:p>
          </p:txBody>
        </p:sp>
        <p:cxnSp>
          <p:nvCxnSpPr>
            <p:cNvPr id="84" name="직선 연결선[R] 83">
              <a:extLst>
                <a:ext uri="{FF2B5EF4-FFF2-40B4-BE49-F238E27FC236}">
                  <a16:creationId xmlns:a16="http://schemas.microsoft.com/office/drawing/2014/main" id="{B60A777A-974A-1A64-E56A-61A62A98A4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6219" y="3655833"/>
              <a:ext cx="807504" cy="14240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[R] 84">
              <a:extLst>
                <a:ext uri="{FF2B5EF4-FFF2-40B4-BE49-F238E27FC236}">
                  <a16:creationId xmlns:a16="http://schemas.microsoft.com/office/drawing/2014/main" id="{A88F37F8-3B5F-CEE5-D2FE-72EEF568B9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8323" y="4081283"/>
              <a:ext cx="807950" cy="17152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호 85">
              <a:extLst>
                <a:ext uri="{FF2B5EF4-FFF2-40B4-BE49-F238E27FC236}">
                  <a16:creationId xmlns:a16="http://schemas.microsoft.com/office/drawing/2014/main" id="{306E2AD6-3607-5616-8E82-4067D0E91089}"/>
                </a:ext>
              </a:extLst>
            </p:cNvPr>
            <p:cNvSpPr/>
            <p:nvPr/>
          </p:nvSpPr>
          <p:spPr>
            <a:xfrm rot="4677091">
              <a:off x="599487" y="3983956"/>
              <a:ext cx="431708" cy="86297"/>
            </a:xfrm>
            <a:prstGeom prst="arc">
              <a:avLst>
                <a:gd name="adj1" fmla="val 10822766"/>
                <a:gd name="adj2" fmla="val 0"/>
              </a:avLst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ko-KR" altLang="en-US" b="1"/>
            </a:p>
          </p:txBody>
        </p:sp>
        <p:cxnSp>
          <p:nvCxnSpPr>
            <p:cNvPr id="87" name="직선 연결선[R] 86">
              <a:extLst>
                <a:ext uri="{FF2B5EF4-FFF2-40B4-BE49-F238E27FC236}">
                  <a16:creationId xmlns:a16="http://schemas.microsoft.com/office/drawing/2014/main" id="{997E299C-1830-028E-26AA-FE3E952D75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246" y="3539334"/>
              <a:ext cx="652326" cy="11107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[R] 87">
              <a:extLst>
                <a:ext uri="{FF2B5EF4-FFF2-40B4-BE49-F238E27FC236}">
                  <a16:creationId xmlns:a16="http://schemas.microsoft.com/office/drawing/2014/main" id="{EECE310C-B2CA-A22B-711C-546E4A5CBC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246" y="3795223"/>
              <a:ext cx="752824" cy="12895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[R] 88">
              <a:extLst>
                <a:ext uri="{FF2B5EF4-FFF2-40B4-BE49-F238E27FC236}">
                  <a16:creationId xmlns:a16="http://schemas.microsoft.com/office/drawing/2014/main" id="{74680EE2-0344-D6EE-3B18-51B6A197DB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482" y="3550784"/>
              <a:ext cx="114834" cy="2444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[R] 89">
              <a:extLst>
                <a:ext uri="{FF2B5EF4-FFF2-40B4-BE49-F238E27FC236}">
                  <a16:creationId xmlns:a16="http://schemas.microsoft.com/office/drawing/2014/main" id="{BA770FD3-4B89-549B-3566-DCBE9717BE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1040" y="3780753"/>
              <a:ext cx="108316" cy="71533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[R] 90">
              <a:extLst>
                <a:ext uri="{FF2B5EF4-FFF2-40B4-BE49-F238E27FC236}">
                  <a16:creationId xmlns:a16="http://schemas.microsoft.com/office/drawing/2014/main" id="{D6FF0190-EA06-1BA5-7346-288C0154C2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50" y="4507031"/>
              <a:ext cx="860537" cy="21168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E89EA8E-2797-380D-F427-358EE436C14A}"/>
                </a:ext>
              </a:extLst>
            </p:cNvPr>
            <p:cNvSpPr txBox="1"/>
            <p:nvPr/>
          </p:nvSpPr>
          <p:spPr>
            <a:xfrm>
              <a:off x="357022" y="4826373"/>
              <a:ext cx="2638502" cy="328636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b="1" dirty="0">
                  <a:solidFill>
                    <a:schemeClr val="accent2"/>
                  </a:solidFill>
                </a:rPr>
                <a:t>Ablation loading system</a:t>
              </a:r>
              <a:endParaRPr kumimoji="1" lang="ko-KR" altLang="en-US" b="1" dirty="0">
                <a:solidFill>
                  <a:schemeClr val="accent2"/>
                </a:solidFill>
              </a:endParaRPr>
            </a:p>
          </p:txBody>
        </p:sp>
      </p:grpSp>
      <p:pic>
        <p:nvPicPr>
          <p:cNvPr id="96" name="그림 95">
            <a:extLst>
              <a:ext uri="{FF2B5EF4-FFF2-40B4-BE49-F238E27FC236}">
                <a16:creationId xmlns:a16="http://schemas.microsoft.com/office/drawing/2014/main" id="{4907E0DF-3F30-8142-C1D9-5D5E2C0F8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786" y="793"/>
            <a:ext cx="6648514" cy="5722938"/>
          </a:xfrm>
          <a:prstGeom prst="rect">
            <a:avLst/>
          </a:prstGeom>
          <a:ln w="19050">
            <a:noFill/>
          </a:ln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EF52C149-8086-EDAE-3B1F-33A1FA983A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799" t="29640" r="7718" b="3187"/>
          <a:stretch>
            <a:fillRect/>
          </a:stretch>
        </p:blipFill>
        <p:spPr>
          <a:xfrm>
            <a:off x="8578785" y="5723732"/>
            <a:ext cx="6647982" cy="5722939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6E95B5F-48A9-FDEC-8218-2F92CA3F83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33" y="4987"/>
            <a:ext cx="8579318" cy="57187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F3F150-98DB-787A-FF69-F9CEB031D258}"/>
              </a:ext>
            </a:extLst>
          </p:cNvPr>
          <p:cNvSpPr txBox="1"/>
          <p:nvPr/>
        </p:nvSpPr>
        <p:spPr>
          <a:xfrm>
            <a:off x="0" y="0"/>
            <a:ext cx="642026" cy="584775"/>
          </a:xfrm>
          <a:prstGeom prst="rect">
            <a:avLst/>
          </a:prstGeom>
          <a:solidFill>
            <a:schemeClr val="bg1">
              <a:alpha val="59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kumimoji="1" lang="ko-KR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E5500F-BC42-BB85-AE57-15F1FF7DD1BD}"/>
              </a:ext>
            </a:extLst>
          </p:cNvPr>
          <p:cNvSpPr txBox="1"/>
          <p:nvPr/>
        </p:nvSpPr>
        <p:spPr>
          <a:xfrm>
            <a:off x="8579796" y="0"/>
            <a:ext cx="642026" cy="584775"/>
          </a:xfrm>
          <a:prstGeom prst="rect">
            <a:avLst/>
          </a:prstGeom>
          <a:solidFill>
            <a:schemeClr val="bg1">
              <a:alpha val="59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ko-KR" sz="320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kumimoji="1" lang="ko-KR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AF8D37-0F42-BC78-8EBC-348EF8E03EEC}"/>
              </a:ext>
            </a:extLst>
          </p:cNvPr>
          <p:cNvSpPr txBox="1"/>
          <p:nvPr/>
        </p:nvSpPr>
        <p:spPr>
          <a:xfrm>
            <a:off x="0" y="5719864"/>
            <a:ext cx="642026" cy="584775"/>
          </a:xfrm>
          <a:prstGeom prst="rect">
            <a:avLst/>
          </a:prstGeom>
          <a:solidFill>
            <a:schemeClr val="bg1">
              <a:alpha val="59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kumimoji="1" lang="ko-KR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F713B0-464B-E94F-823E-CFCF802991C3}"/>
              </a:ext>
            </a:extLst>
          </p:cNvPr>
          <p:cNvSpPr txBox="1"/>
          <p:nvPr/>
        </p:nvSpPr>
        <p:spPr>
          <a:xfrm>
            <a:off x="8579796" y="5719864"/>
            <a:ext cx="642026" cy="584775"/>
          </a:xfrm>
          <a:prstGeom prst="rect">
            <a:avLst/>
          </a:prstGeom>
          <a:solidFill>
            <a:schemeClr val="bg1">
              <a:alpha val="59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kumimoji="1" lang="ko-KR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229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27</Words>
  <Application>Microsoft Macintosh PowerPoint</Application>
  <PresentationFormat>사용자 지정</PresentationFormat>
  <Paragraphs>10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조준희(전자전기공학과)</dc:creator>
  <cp:lastModifiedBy>조준희(전자전기공학과)</cp:lastModifiedBy>
  <cp:revision>4</cp:revision>
  <dcterms:created xsi:type="dcterms:W3CDTF">2026-01-30T05:23:12Z</dcterms:created>
  <dcterms:modified xsi:type="dcterms:W3CDTF">2026-04-02T04:52:05Z</dcterms:modified>
</cp:coreProperties>
</file>