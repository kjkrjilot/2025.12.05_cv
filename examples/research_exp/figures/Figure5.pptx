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8" r:id="rId2"/>
  </p:sldIdLst>
  <p:sldSz cx="12192000" cy="4140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8"/>
    <p:restoredTop sz="94660"/>
  </p:normalViewPr>
  <p:slideViewPr>
    <p:cSldViewPr snapToGrid="0">
      <p:cViewPr>
        <p:scale>
          <a:sx n="104" d="100"/>
          <a:sy n="104" d="100"/>
        </p:scale>
        <p:origin x="656" y="1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77575"/>
            <a:ext cx="9144000" cy="1441403"/>
          </a:xfrm>
        </p:spPr>
        <p:txBody>
          <a:bodyPr anchor="b"/>
          <a:lstStyle>
            <a:lvl1pPr algn="ctr">
              <a:defRPr sz="36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74564"/>
            <a:ext cx="9144000" cy="999590"/>
          </a:xfrm>
        </p:spPr>
        <p:txBody>
          <a:bodyPr/>
          <a:lstStyle>
            <a:lvl1pPr marL="0" indent="0" algn="ctr">
              <a:buNone/>
              <a:defRPr sz="1449"/>
            </a:lvl1pPr>
            <a:lvl2pPr marL="276012" indent="0" algn="ctr">
              <a:buNone/>
              <a:defRPr sz="1207"/>
            </a:lvl2pPr>
            <a:lvl3pPr marL="552023" indent="0" algn="ctr">
              <a:buNone/>
              <a:defRPr sz="1087"/>
            </a:lvl3pPr>
            <a:lvl4pPr marL="828035" indent="0" algn="ctr">
              <a:buNone/>
              <a:defRPr sz="966"/>
            </a:lvl4pPr>
            <a:lvl5pPr marL="1104047" indent="0" algn="ctr">
              <a:buNone/>
              <a:defRPr sz="966"/>
            </a:lvl5pPr>
            <a:lvl6pPr marL="1380058" indent="0" algn="ctr">
              <a:buNone/>
              <a:defRPr sz="966"/>
            </a:lvl6pPr>
            <a:lvl7pPr marL="1656070" indent="0" algn="ctr">
              <a:buNone/>
              <a:defRPr sz="966"/>
            </a:lvl7pPr>
            <a:lvl8pPr marL="1932081" indent="0" algn="ctr">
              <a:buNone/>
              <a:defRPr sz="966"/>
            </a:lvl8pPr>
            <a:lvl9pPr marL="2208093" indent="0" algn="ctr">
              <a:buNone/>
              <a:defRPr sz="96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666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996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32175"/>
            <a:ext cx="10515600" cy="1722208"/>
          </a:xfrm>
        </p:spPr>
        <p:txBody>
          <a:bodyPr anchor="b"/>
          <a:lstStyle>
            <a:lvl1pPr>
              <a:defRPr sz="36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770676"/>
            <a:ext cx="10515600" cy="905668"/>
          </a:xfrm>
        </p:spPr>
        <p:txBody>
          <a:bodyPr/>
          <a:lstStyle>
            <a:lvl1pPr marL="0" indent="0">
              <a:buNone/>
              <a:defRPr sz="1449">
                <a:solidFill>
                  <a:schemeClr val="tx1">
                    <a:tint val="82000"/>
                  </a:schemeClr>
                </a:solidFill>
              </a:defRPr>
            </a:lvl1pPr>
            <a:lvl2pPr marL="276012" indent="0">
              <a:buNone/>
              <a:defRPr sz="1207">
                <a:solidFill>
                  <a:schemeClr val="tx1">
                    <a:tint val="82000"/>
                  </a:schemeClr>
                </a:solidFill>
              </a:defRPr>
            </a:lvl2pPr>
            <a:lvl3pPr marL="552023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3pPr>
            <a:lvl4pPr marL="828035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4pPr>
            <a:lvl5pPr marL="1104047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5pPr>
            <a:lvl6pPr marL="1380058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6pPr>
            <a:lvl7pPr marL="1656070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7pPr>
            <a:lvl8pPr marL="1932081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8pPr>
            <a:lvl9pPr marL="2208093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669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02137"/>
            <a:ext cx="5181600" cy="262691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02137"/>
            <a:ext cx="5181600" cy="262691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64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20428"/>
            <a:ext cx="10515600" cy="80024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14924"/>
            <a:ext cx="5157787" cy="497399"/>
          </a:xfrm>
        </p:spPr>
        <p:txBody>
          <a:bodyPr anchor="b"/>
          <a:lstStyle>
            <a:lvl1pPr marL="0" indent="0">
              <a:buNone/>
              <a:defRPr sz="1449" b="1"/>
            </a:lvl1pPr>
            <a:lvl2pPr marL="276012" indent="0">
              <a:buNone/>
              <a:defRPr sz="1207" b="1"/>
            </a:lvl2pPr>
            <a:lvl3pPr marL="552023" indent="0">
              <a:buNone/>
              <a:defRPr sz="1087" b="1"/>
            </a:lvl3pPr>
            <a:lvl4pPr marL="828035" indent="0">
              <a:buNone/>
              <a:defRPr sz="966" b="1"/>
            </a:lvl4pPr>
            <a:lvl5pPr marL="1104047" indent="0">
              <a:buNone/>
              <a:defRPr sz="966" b="1"/>
            </a:lvl5pPr>
            <a:lvl6pPr marL="1380058" indent="0">
              <a:buNone/>
              <a:defRPr sz="966" b="1"/>
            </a:lvl6pPr>
            <a:lvl7pPr marL="1656070" indent="0">
              <a:buNone/>
              <a:defRPr sz="966" b="1"/>
            </a:lvl7pPr>
            <a:lvl8pPr marL="1932081" indent="0">
              <a:buNone/>
              <a:defRPr sz="966" b="1"/>
            </a:lvl8pPr>
            <a:lvl9pPr marL="2208093" indent="0">
              <a:buNone/>
              <a:defRPr sz="96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512323"/>
            <a:ext cx="5157787" cy="22243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14924"/>
            <a:ext cx="5183188" cy="497399"/>
          </a:xfrm>
        </p:spPr>
        <p:txBody>
          <a:bodyPr anchor="b"/>
          <a:lstStyle>
            <a:lvl1pPr marL="0" indent="0">
              <a:buNone/>
              <a:defRPr sz="1449" b="1"/>
            </a:lvl1pPr>
            <a:lvl2pPr marL="276012" indent="0">
              <a:buNone/>
              <a:defRPr sz="1207" b="1"/>
            </a:lvl2pPr>
            <a:lvl3pPr marL="552023" indent="0">
              <a:buNone/>
              <a:defRPr sz="1087" b="1"/>
            </a:lvl3pPr>
            <a:lvl4pPr marL="828035" indent="0">
              <a:buNone/>
              <a:defRPr sz="966" b="1"/>
            </a:lvl4pPr>
            <a:lvl5pPr marL="1104047" indent="0">
              <a:buNone/>
              <a:defRPr sz="966" b="1"/>
            </a:lvl5pPr>
            <a:lvl6pPr marL="1380058" indent="0">
              <a:buNone/>
              <a:defRPr sz="966" b="1"/>
            </a:lvl6pPr>
            <a:lvl7pPr marL="1656070" indent="0">
              <a:buNone/>
              <a:defRPr sz="966" b="1"/>
            </a:lvl7pPr>
            <a:lvl8pPr marL="1932081" indent="0">
              <a:buNone/>
              <a:defRPr sz="966" b="1"/>
            </a:lvl8pPr>
            <a:lvl9pPr marL="2208093" indent="0">
              <a:buNone/>
              <a:defRPr sz="96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12323"/>
            <a:ext cx="5183188" cy="22243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8570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9908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441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76013"/>
            <a:ext cx="3932237" cy="966047"/>
          </a:xfrm>
        </p:spPr>
        <p:txBody>
          <a:bodyPr anchor="b"/>
          <a:lstStyle>
            <a:lvl1pPr>
              <a:defRPr sz="193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96113"/>
            <a:ext cx="6172200" cy="2942225"/>
          </a:xfrm>
        </p:spPr>
        <p:txBody>
          <a:bodyPr/>
          <a:lstStyle>
            <a:lvl1pPr>
              <a:defRPr sz="1932"/>
            </a:lvl1pPr>
            <a:lvl2pPr>
              <a:defRPr sz="1690"/>
            </a:lvl2pPr>
            <a:lvl3pPr>
              <a:defRPr sz="1449"/>
            </a:lvl3pPr>
            <a:lvl4pPr>
              <a:defRPr sz="1207"/>
            </a:lvl4pPr>
            <a:lvl5pPr>
              <a:defRPr sz="1207"/>
            </a:lvl5pPr>
            <a:lvl6pPr>
              <a:defRPr sz="1207"/>
            </a:lvl6pPr>
            <a:lvl7pPr>
              <a:defRPr sz="1207"/>
            </a:lvl7pPr>
            <a:lvl8pPr>
              <a:defRPr sz="1207"/>
            </a:lvl8pPr>
            <a:lvl9pPr>
              <a:defRPr sz="12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42060"/>
            <a:ext cx="3932237" cy="2301070"/>
          </a:xfrm>
        </p:spPr>
        <p:txBody>
          <a:bodyPr/>
          <a:lstStyle>
            <a:lvl1pPr marL="0" indent="0">
              <a:buNone/>
              <a:defRPr sz="966"/>
            </a:lvl1pPr>
            <a:lvl2pPr marL="276012" indent="0">
              <a:buNone/>
              <a:defRPr sz="845"/>
            </a:lvl2pPr>
            <a:lvl3pPr marL="552023" indent="0">
              <a:buNone/>
              <a:defRPr sz="724"/>
            </a:lvl3pPr>
            <a:lvl4pPr marL="828035" indent="0">
              <a:buNone/>
              <a:defRPr sz="604"/>
            </a:lvl4pPr>
            <a:lvl5pPr marL="1104047" indent="0">
              <a:buNone/>
              <a:defRPr sz="604"/>
            </a:lvl5pPr>
            <a:lvl6pPr marL="1380058" indent="0">
              <a:buNone/>
              <a:defRPr sz="604"/>
            </a:lvl6pPr>
            <a:lvl7pPr marL="1656070" indent="0">
              <a:buNone/>
              <a:defRPr sz="604"/>
            </a:lvl7pPr>
            <a:lvl8pPr marL="1932081" indent="0">
              <a:buNone/>
              <a:defRPr sz="604"/>
            </a:lvl8pPr>
            <a:lvl9pPr marL="2208093" indent="0">
              <a:buNone/>
              <a:defRPr sz="60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783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76013"/>
            <a:ext cx="3932237" cy="966047"/>
          </a:xfrm>
        </p:spPr>
        <p:txBody>
          <a:bodyPr anchor="b"/>
          <a:lstStyle>
            <a:lvl1pPr>
              <a:defRPr sz="193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96113"/>
            <a:ext cx="6172200" cy="2942225"/>
          </a:xfrm>
        </p:spPr>
        <p:txBody>
          <a:bodyPr anchor="t"/>
          <a:lstStyle>
            <a:lvl1pPr marL="0" indent="0">
              <a:buNone/>
              <a:defRPr sz="1932"/>
            </a:lvl1pPr>
            <a:lvl2pPr marL="276012" indent="0">
              <a:buNone/>
              <a:defRPr sz="1690"/>
            </a:lvl2pPr>
            <a:lvl3pPr marL="552023" indent="0">
              <a:buNone/>
              <a:defRPr sz="1449"/>
            </a:lvl3pPr>
            <a:lvl4pPr marL="828035" indent="0">
              <a:buNone/>
              <a:defRPr sz="1207"/>
            </a:lvl4pPr>
            <a:lvl5pPr marL="1104047" indent="0">
              <a:buNone/>
              <a:defRPr sz="1207"/>
            </a:lvl5pPr>
            <a:lvl6pPr marL="1380058" indent="0">
              <a:buNone/>
              <a:defRPr sz="1207"/>
            </a:lvl6pPr>
            <a:lvl7pPr marL="1656070" indent="0">
              <a:buNone/>
              <a:defRPr sz="1207"/>
            </a:lvl7pPr>
            <a:lvl8pPr marL="1932081" indent="0">
              <a:buNone/>
              <a:defRPr sz="1207"/>
            </a:lvl8pPr>
            <a:lvl9pPr marL="2208093" indent="0">
              <a:buNone/>
              <a:defRPr sz="12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42060"/>
            <a:ext cx="3932237" cy="2301070"/>
          </a:xfrm>
        </p:spPr>
        <p:txBody>
          <a:bodyPr/>
          <a:lstStyle>
            <a:lvl1pPr marL="0" indent="0">
              <a:buNone/>
              <a:defRPr sz="966"/>
            </a:lvl1pPr>
            <a:lvl2pPr marL="276012" indent="0">
              <a:buNone/>
              <a:defRPr sz="845"/>
            </a:lvl2pPr>
            <a:lvl3pPr marL="552023" indent="0">
              <a:buNone/>
              <a:defRPr sz="724"/>
            </a:lvl3pPr>
            <a:lvl4pPr marL="828035" indent="0">
              <a:buNone/>
              <a:defRPr sz="604"/>
            </a:lvl4pPr>
            <a:lvl5pPr marL="1104047" indent="0">
              <a:buNone/>
              <a:defRPr sz="604"/>
            </a:lvl5pPr>
            <a:lvl6pPr marL="1380058" indent="0">
              <a:buNone/>
              <a:defRPr sz="604"/>
            </a:lvl6pPr>
            <a:lvl7pPr marL="1656070" indent="0">
              <a:buNone/>
              <a:defRPr sz="604"/>
            </a:lvl7pPr>
            <a:lvl8pPr marL="1932081" indent="0">
              <a:buNone/>
              <a:defRPr sz="604"/>
            </a:lvl8pPr>
            <a:lvl9pPr marL="2208093" indent="0">
              <a:buNone/>
              <a:defRPr sz="60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91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703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20427"/>
            <a:ext cx="2628900" cy="350862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20427"/>
            <a:ext cx="7734300" cy="350862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894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0428"/>
            <a:ext cx="10515600" cy="800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02137"/>
            <a:ext cx="10515600" cy="2626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837352"/>
            <a:ext cx="2743200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6D729-1FD8-5F46-9073-8B45BE8005AC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837352"/>
            <a:ext cx="4114800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837352"/>
            <a:ext cx="2743200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358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52023" rtl="0" eaLnBrk="1" latinLnBrk="1" hangingPunct="1">
        <a:lnSpc>
          <a:spcPct val="90000"/>
        </a:lnSpc>
        <a:spcBef>
          <a:spcPct val="0"/>
        </a:spcBef>
        <a:buNone/>
        <a:defRPr sz="26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8006" indent="-138006" algn="l" defTabSz="552023" rtl="0" eaLnBrk="1" latinLnBrk="1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1pPr>
      <a:lvl2pPr marL="414017" indent="-138006" algn="l" defTabSz="552023" rtl="0" eaLnBrk="1" latinLnBrk="1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449" kern="1200">
          <a:solidFill>
            <a:schemeClr val="tx1"/>
          </a:solidFill>
          <a:latin typeface="+mn-lt"/>
          <a:ea typeface="+mn-ea"/>
          <a:cs typeface="+mn-cs"/>
        </a:defRPr>
      </a:lvl2pPr>
      <a:lvl3pPr marL="690029" indent="-138006" algn="l" defTabSz="552023" rtl="0" eaLnBrk="1" latinLnBrk="1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207" kern="1200">
          <a:solidFill>
            <a:schemeClr val="tx1"/>
          </a:solidFill>
          <a:latin typeface="+mn-lt"/>
          <a:ea typeface="+mn-ea"/>
          <a:cs typeface="+mn-cs"/>
        </a:defRPr>
      </a:lvl3pPr>
      <a:lvl4pPr marL="966041" indent="-138006" algn="l" defTabSz="552023" rtl="0" eaLnBrk="1" latinLnBrk="1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4pPr>
      <a:lvl5pPr marL="1242052" indent="-138006" algn="l" defTabSz="552023" rtl="0" eaLnBrk="1" latinLnBrk="1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5pPr>
      <a:lvl6pPr marL="1518064" indent="-138006" algn="l" defTabSz="552023" rtl="0" eaLnBrk="1" latinLnBrk="1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6pPr>
      <a:lvl7pPr marL="1794076" indent="-138006" algn="l" defTabSz="552023" rtl="0" eaLnBrk="1" latinLnBrk="1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7pPr>
      <a:lvl8pPr marL="2070087" indent="-138006" algn="l" defTabSz="552023" rtl="0" eaLnBrk="1" latinLnBrk="1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8pPr>
      <a:lvl9pPr marL="2346099" indent="-138006" algn="l" defTabSz="552023" rtl="0" eaLnBrk="1" latinLnBrk="1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2023" rtl="0" eaLnBrk="1" latinLnBrk="1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1pPr>
      <a:lvl2pPr marL="276012" algn="l" defTabSz="552023" rtl="0" eaLnBrk="1" latinLnBrk="1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52023" algn="l" defTabSz="552023" rtl="0" eaLnBrk="1" latinLnBrk="1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3pPr>
      <a:lvl4pPr marL="828035" algn="l" defTabSz="552023" rtl="0" eaLnBrk="1" latinLnBrk="1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4pPr>
      <a:lvl5pPr marL="1104047" algn="l" defTabSz="552023" rtl="0" eaLnBrk="1" latinLnBrk="1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5pPr>
      <a:lvl6pPr marL="1380058" algn="l" defTabSz="552023" rtl="0" eaLnBrk="1" latinLnBrk="1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6pPr>
      <a:lvl7pPr marL="1656070" algn="l" defTabSz="552023" rtl="0" eaLnBrk="1" latinLnBrk="1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7pPr>
      <a:lvl8pPr marL="1932081" algn="l" defTabSz="552023" rtl="0" eaLnBrk="1" latinLnBrk="1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8pPr>
      <a:lvl9pPr marL="2208093" algn="l" defTabSz="552023" rtl="0" eaLnBrk="1" latinLnBrk="1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A331F33-DCD6-259B-3290-543B191829EA}"/>
              </a:ext>
            </a:extLst>
          </p:cNvPr>
          <p:cNvGrpSpPr/>
          <p:nvPr/>
        </p:nvGrpSpPr>
        <p:grpSpPr>
          <a:xfrm>
            <a:off x="0" y="233993"/>
            <a:ext cx="12192000" cy="3672225"/>
            <a:chOff x="0" y="1"/>
            <a:chExt cx="12192000" cy="367222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9280B83-B63E-9065-9553-BE3A07F76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9112"/>
            <a:stretch>
              <a:fillRect/>
            </a:stretch>
          </p:blipFill>
          <p:spPr>
            <a:xfrm>
              <a:off x="0" y="1"/>
              <a:ext cx="12192000" cy="321056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21301EA-E0E4-4B69-4C87-806806A35911}"/>
                </a:ext>
              </a:extLst>
            </p:cNvPr>
            <p:cNvSpPr txBox="1"/>
            <p:nvPr/>
          </p:nvSpPr>
          <p:spPr>
            <a:xfrm>
              <a:off x="1795846" y="3210561"/>
              <a:ext cx="57912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kumimoji="1"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9CDA2F-2E37-E11E-72E6-5978E8A13E32}"/>
                </a:ext>
              </a:extLst>
            </p:cNvPr>
            <p:cNvSpPr txBox="1"/>
            <p:nvPr/>
          </p:nvSpPr>
          <p:spPr>
            <a:xfrm>
              <a:off x="5951220" y="3210561"/>
              <a:ext cx="57912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kumimoji="1"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4EEFE6-52D1-C438-6F56-F048F6CCDE01}"/>
                </a:ext>
              </a:extLst>
            </p:cNvPr>
            <p:cNvSpPr txBox="1"/>
            <p:nvPr/>
          </p:nvSpPr>
          <p:spPr>
            <a:xfrm>
              <a:off x="10106594" y="3210561"/>
              <a:ext cx="57912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kumimoji="1"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7229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9</Words>
  <Application>Microsoft Macintosh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조준희(전자전기공학과)</dc:creator>
  <cp:lastModifiedBy>조준희(전자전기공학과)</cp:lastModifiedBy>
  <cp:revision>1</cp:revision>
  <dcterms:created xsi:type="dcterms:W3CDTF">2026-01-30T05:23:12Z</dcterms:created>
  <dcterms:modified xsi:type="dcterms:W3CDTF">2026-01-30T05:28:01Z</dcterms:modified>
</cp:coreProperties>
</file>